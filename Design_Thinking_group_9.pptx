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
  </p:notesMasterIdLst>
  <p:handoutMasterIdLst>
    <p:handoutMasterId r:id="rId12"/>
  </p:handoutMasterIdLst>
  <p:sldIdLst>
    <p:sldId id="288" r:id="rId5"/>
    <p:sldId id="289" r:id="rId6"/>
    <p:sldId id="290" r:id="rId7"/>
    <p:sldId id="292" r:id="rId8"/>
    <p:sldId id="296" r:id="rId9"/>
    <p:sldId id="30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7F7F7F"/>
    <a:srgbClr val="302030"/>
    <a:srgbClr val="79A466"/>
    <a:srgbClr val="A466A1"/>
    <a:srgbClr val="7C4B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41" autoAdjust="0"/>
  </p:normalViewPr>
  <p:slideViewPr>
    <p:cSldViewPr snapToGrid="0">
      <p:cViewPr>
        <p:scale>
          <a:sx n="52" d="100"/>
          <a:sy n="52" d="100"/>
        </p:scale>
        <p:origin x="751" y="21"/>
      </p:cViewPr>
      <p:guideLst/>
    </p:cSldViewPr>
  </p:slideViewPr>
  <p:notesTextViewPr>
    <p:cViewPr>
      <p:scale>
        <a:sx n="1" d="1"/>
        <a:sy n="1" d="1"/>
      </p:scale>
      <p:origin x="0" y="0"/>
    </p:cViewPr>
  </p:notesTextViewPr>
  <p:notesViewPr>
    <p:cSldViewPr snapToGrid="0">
      <p:cViewPr>
        <p:scale>
          <a:sx n="1" d="2"/>
          <a:sy n="1" d="2"/>
        </p:scale>
        <p:origin x="3403" y="33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85332F6-84D5-43CF-B5CE-301BBE7CB9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AB049E7-4E52-4F78-B7E3-9EEEB887E5D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0782036-3E43-445A-9A77-06D97C6EDFFA}" type="datetimeFigureOut">
              <a:rPr lang="en-US" smtClean="0"/>
              <a:t>12/30/2025</a:t>
            </a:fld>
            <a:endParaRPr lang="en-US" dirty="0"/>
          </a:p>
        </p:txBody>
      </p:sp>
      <p:sp>
        <p:nvSpPr>
          <p:cNvPr id="4" name="Footer Placeholder 3">
            <a:extLst>
              <a:ext uri="{FF2B5EF4-FFF2-40B4-BE49-F238E27FC236}">
                <a16:creationId xmlns:a16="http://schemas.microsoft.com/office/drawing/2014/main" id="{00DD62C5-62E7-4FCF-A26E-C100A22EE53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4A9C5A79-BC51-4C21-A236-759CEAE5D8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333638-148D-48F3-93EA-686F1AB9FFB0}" type="slidenum">
              <a:rPr lang="en-US" smtClean="0"/>
              <a:t>‹#›</a:t>
            </a:fld>
            <a:endParaRPr lang="en-US" dirty="0"/>
          </a:p>
        </p:txBody>
      </p:sp>
    </p:spTree>
    <p:extLst>
      <p:ext uri="{BB962C8B-B14F-4D97-AF65-F5344CB8AC3E}">
        <p14:creationId xmlns:p14="http://schemas.microsoft.com/office/powerpoint/2010/main" val="35050867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18FFC2-F437-4D89-B6E7-BDC71715B609}" type="datetimeFigureOut">
              <a:rPr lang="en-US" smtClean="0"/>
              <a:t>12/30/2025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C4120E-D8D4-4AFA-B0E2-7989D1701DEB}" type="slidenum">
              <a:rPr lang="en-US" smtClean="0"/>
              <a:t>‹#›</a:t>
            </a:fld>
            <a:endParaRPr lang="en-US" dirty="0"/>
          </a:p>
        </p:txBody>
      </p:sp>
    </p:spTree>
    <p:extLst>
      <p:ext uri="{BB962C8B-B14F-4D97-AF65-F5344CB8AC3E}">
        <p14:creationId xmlns:p14="http://schemas.microsoft.com/office/powerpoint/2010/main" val="3383899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6">
            <a:alpha val="91000"/>
          </a:schemeClr>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18D1035F-A14F-4F81-AC61-2AF512D7F821}"/>
              </a:ext>
            </a:extLst>
          </p:cNvPr>
          <p:cNvSpPr>
            <a:spLocks noGrp="1"/>
          </p:cNvSpPr>
          <p:nvPr>
            <p:ph type="pic" sz="quarter" idx="10" hasCustomPrompt="1"/>
          </p:nvPr>
        </p:nvSpPr>
        <p:spPr>
          <a:xfrm>
            <a:off x="0" y="0"/>
            <a:ext cx="7677150" cy="6858000"/>
          </a:xfrm>
          <a:prstGeom prst="rect">
            <a:avLst/>
          </a:prstGeom>
        </p:spPr>
        <p:txBody>
          <a:bodyPr/>
          <a:lstStyle>
            <a:lvl1pPr marL="0" indent="0" algn="ctr">
              <a:buNone/>
              <a:defRPr>
                <a:solidFill>
                  <a:schemeClr val="accent6">
                    <a:lumMod val="10000"/>
                    <a:lumOff val="90000"/>
                  </a:schemeClr>
                </a:solidFill>
              </a:defRPr>
            </a:lvl1pPr>
          </a:lstStyle>
          <a:p>
            <a:r>
              <a:rPr lang="en-US" dirty="0"/>
              <a:t>Click to add photo</a:t>
            </a:r>
          </a:p>
        </p:txBody>
      </p:sp>
      <p:sp>
        <p:nvSpPr>
          <p:cNvPr id="2" name="Title 1">
            <a:extLst>
              <a:ext uri="{FF2B5EF4-FFF2-40B4-BE49-F238E27FC236}">
                <a16:creationId xmlns:a16="http://schemas.microsoft.com/office/drawing/2014/main" id="{39E05B43-D8B3-4B3A-93E9-5A84CF7F3D2A}"/>
              </a:ext>
            </a:extLst>
          </p:cNvPr>
          <p:cNvSpPr>
            <a:spLocks noGrp="1"/>
          </p:cNvSpPr>
          <p:nvPr>
            <p:ph type="ctrTitle" hasCustomPrompt="1"/>
          </p:nvPr>
        </p:nvSpPr>
        <p:spPr>
          <a:xfrm>
            <a:off x="8336042" y="1550988"/>
            <a:ext cx="3284832" cy="2387600"/>
          </a:xfrm>
          <a:prstGeom prst="rect">
            <a:avLst/>
          </a:prstGeom>
        </p:spPr>
        <p:txBody>
          <a:bodyPr anchor="b"/>
          <a:lstStyle>
            <a:lvl1pPr algn="l">
              <a:defRPr sz="5000" cap="all" spc="200" baseline="0">
                <a:solidFill>
                  <a:schemeClr val="accent6">
                    <a:lumMod val="10000"/>
                    <a:lumOff val="90000"/>
                  </a:schemeClr>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99F2A661-E12F-4DA4-89DE-F2048B1B4308}"/>
              </a:ext>
            </a:extLst>
          </p:cNvPr>
          <p:cNvSpPr>
            <a:spLocks noGrp="1"/>
          </p:cNvSpPr>
          <p:nvPr>
            <p:ph type="subTitle" idx="1" hasCustomPrompt="1"/>
          </p:nvPr>
        </p:nvSpPr>
        <p:spPr>
          <a:xfrm>
            <a:off x="8336042" y="4057095"/>
            <a:ext cx="3284832" cy="1553129"/>
          </a:xfrm>
          <a:prstGeom prst="rect">
            <a:avLst/>
          </a:prstGeom>
        </p:spPr>
        <p:txBody>
          <a:bodyPr/>
          <a:lstStyle>
            <a:lvl1pPr marL="0" indent="0" algn="l">
              <a:buNone/>
              <a:defRPr sz="1800" spc="100" baseline="0">
                <a:solidFill>
                  <a:schemeClr val="accent6">
                    <a:lumMod val="10000"/>
                    <a:lumOff val="9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5" name="Text Placeholder 4">
            <a:extLst>
              <a:ext uri="{FF2B5EF4-FFF2-40B4-BE49-F238E27FC236}">
                <a16:creationId xmlns:a16="http://schemas.microsoft.com/office/drawing/2014/main" id="{F464D5FB-99FD-4266-B81F-46B037643600}"/>
              </a:ext>
            </a:extLst>
          </p:cNvPr>
          <p:cNvSpPr>
            <a:spLocks noGrp="1"/>
          </p:cNvSpPr>
          <p:nvPr>
            <p:ph type="body" sz="quarter" idx="11" hasCustomPrompt="1"/>
          </p:nvPr>
        </p:nvSpPr>
        <p:spPr>
          <a:xfrm>
            <a:off x="1654175" y="4241283"/>
            <a:ext cx="10537825" cy="2616717"/>
          </a:xfrm>
          <a:prstGeom prst="rect">
            <a:avLst/>
          </a:prstGeom>
        </p:spPr>
        <p:txBody>
          <a:bodyPr/>
          <a:lstStyle>
            <a:lvl1pPr marL="0" indent="0" algn="r">
              <a:lnSpc>
                <a:spcPct val="50000"/>
              </a:lnSpc>
              <a:spcBef>
                <a:spcPts val="0"/>
              </a:spcBef>
              <a:buNone/>
              <a:defRPr sz="45000" baseline="0">
                <a:solidFill>
                  <a:schemeClr val="bg1">
                    <a:alpha val="8000"/>
                  </a:schemeClr>
                </a:solidFill>
                <a:latin typeface="Kunstler Script" panose="030304020206070D0D06" pitchFamily="66" charset="0"/>
              </a:defRPr>
            </a:lvl1pPr>
          </a:lstStyle>
          <a:p>
            <a:pPr lvl="0"/>
            <a:r>
              <a:rPr lang="en-US" dirty="0"/>
              <a:t>Pitch</a:t>
            </a:r>
          </a:p>
        </p:txBody>
      </p:sp>
    </p:spTree>
    <p:extLst>
      <p:ext uri="{BB962C8B-B14F-4D97-AF65-F5344CB8AC3E}">
        <p14:creationId xmlns:p14="http://schemas.microsoft.com/office/powerpoint/2010/main" val="3377346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E265C839-12C3-47EF-9941-39B43796B35E}"/>
              </a:ext>
            </a:extLst>
          </p:cNvPr>
          <p:cNvSpPr>
            <a:spLocks noGrp="1"/>
          </p:cNvSpPr>
          <p:nvPr>
            <p:ph type="pic" sz="quarter" idx="13" hasCustomPrompt="1"/>
          </p:nvPr>
        </p:nvSpPr>
        <p:spPr>
          <a:xfrm>
            <a:off x="5361215" y="0"/>
            <a:ext cx="6830785" cy="6858000"/>
          </a:xfrm>
          <a:prstGeom prst="rect">
            <a:avLst/>
          </a:prstGeom>
        </p:spPr>
        <p:txBody>
          <a:bodyPr/>
          <a:lstStyle>
            <a:lvl1pPr marL="0" indent="0" algn="ctr">
              <a:buNone/>
              <a:defRPr>
                <a:solidFill>
                  <a:schemeClr val="accent6">
                    <a:lumMod val="10000"/>
                    <a:lumOff val="90000"/>
                  </a:schemeClr>
                </a:solidFill>
              </a:defRPr>
            </a:lvl1pPr>
          </a:lstStyle>
          <a:p>
            <a:r>
              <a:rPr lang="en-US" dirty="0"/>
              <a:t>Click to add photo</a:t>
            </a:r>
          </a:p>
        </p:txBody>
      </p:sp>
      <p:sp>
        <p:nvSpPr>
          <p:cNvPr id="10" name="Text Placeholder 4">
            <a:extLst>
              <a:ext uri="{FF2B5EF4-FFF2-40B4-BE49-F238E27FC236}">
                <a16:creationId xmlns:a16="http://schemas.microsoft.com/office/drawing/2014/main" id="{E6AB2BC9-972D-4B30-981B-BAD528A7FBE9}"/>
              </a:ext>
            </a:extLst>
          </p:cNvPr>
          <p:cNvSpPr>
            <a:spLocks noGrp="1"/>
          </p:cNvSpPr>
          <p:nvPr>
            <p:ph type="body" sz="quarter" idx="14" hasCustomPrompt="1"/>
          </p:nvPr>
        </p:nvSpPr>
        <p:spPr>
          <a:xfrm>
            <a:off x="0" y="4002437"/>
            <a:ext cx="12186555" cy="2855564"/>
          </a:xfrm>
          <a:prstGeom prst="rect">
            <a:avLst/>
          </a:prstGeom>
        </p:spPr>
        <p:txBody>
          <a:bodyPr/>
          <a:lstStyle>
            <a:lvl1pPr marL="0" indent="0" algn="ctr">
              <a:lnSpc>
                <a:spcPct val="50000"/>
              </a:lnSpc>
              <a:spcBef>
                <a:spcPts val="0"/>
              </a:spcBef>
              <a:buNone/>
              <a:defRPr sz="50000" baseline="0">
                <a:solidFill>
                  <a:schemeClr val="bg1">
                    <a:alpha val="8000"/>
                  </a:schemeClr>
                </a:solidFill>
                <a:latin typeface="Kunstler Script" panose="030304020206070D0D06" pitchFamily="66" charset="0"/>
              </a:defRPr>
            </a:lvl1pPr>
          </a:lstStyle>
          <a:p>
            <a:pPr lvl="0"/>
            <a:r>
              <a:rPr lang="en-US" dirty="0"/>
              <a:t>About</a:t>
            </a:r>
          </a:p>
        </p:txBody>
      </p:sp>
      <p:sp>
        <p:nvSpPr>
          <p:cNvPr id="4" name="Date Placeholder 3">
            <a:extLst>
              <a:ext uri="{FF2B5EF4-FFF2-40B4-BE49-F238E27FC236}">
                <a16:creationId xmlns:a16="http://schemas.microsoft.com/office/drawing/2014/main" id="{CE1F2E92-C9AF-47A3-84EF-181F642A4110}"/>
              </a:ext>
            </a:extLst>
          </p:cNvPr>
          <p:cNvSpPr>
            <a:spLocks noGrp="1"/>
          </p:cNvSpPr>
          <p:nvPr>
            <p:ph type="dt" sz="half" idx="10"/>
          </p:nvPr>
        </p:nvSpPr>
        <p:spPr/>
        <p:txBody>
          <a:bodyPr/>
          <a:lstStyle>
            <a:lvl1pPr>
              <a:defRPr>
                <a:solidFill>
                  <a:schemeClr val="accent3"/>
                </a:solidFill>
              </a:defRPr>
            </a:lvl1pPr>
          </a:lstStyle>
          <a:p>
            <a:r>
              <a:rPr lang="en-US" dirty="0"/>
              <a:t>8/03/20XX</a:t>
            </a:r>
          </a:p>
        </p:txBody>
      </p:sp>
      <p:sp>
        <p:nvSpPr>
          <p:cNvPr id="5" name="Footer Placeholder 4">
            <a:extLst>
              <a:ext uri="{FF2B5EF4-FFF2-40B4-BE49-F238E27FC236}">
                <a16:creationId xmlns:a16="http://schemas.microsoft.com/office/drawing/2014/main" id="{274F2C06-CE94-4D97-A7F5-08D8D7BF144E}"/>
              </a:ext>
            </a:extLst>
          </p:cNvPr>
          <p:cNvSpPr>
            <a:spLocks noGrp="1"/>
          </p:cNvSpPr>
          <p:nvPr>
            <p:ph type="ftr" sz="quarter" idx="11"/>
          </p:nvPr>
        </p:nvSpPr>
        <p:spPr/>
        <p:txBody>
          <a:bodyPr/>
          <a:lstStyle>
            <a:lvl1pPr>
              <a:defRPr>
                <a:solidFill>
                  <a:schemeClr val="accent3"/>
                </a:solidFill>
              </a:defRPr>
            </a:lvl1pPr>
          </a:lstStyle>
          <a:p>
            <a:r>
              <a:rPr lang="en-US" dirty="0"/>
              <a:t>PITCH DECK</a:t>
            </a:r>
          </a:p>
        </p:txBody>
      </p:sp>
      <p:sp>
        <p:nvSpPr>
          <p:cNvPr id="6" name="Slide Number Placeholder 5">
            <a:extLst>
              <a:ext uri="{FF2B5EF4-FFF2-40B4-BE49-F238E27FC236}">
                <a16:creationId xmlns:a16="http://schemas.microsoft.com/office/drawing/2014/main" id="{E210CA9D-6428-41AF-B478-FB553C041DE9}"/>
              </a:ext>
            </a:extLst>
          </p:cNvPr>
          <p:cNvSpPr>
            <a:spLocks noGrp="1"/>
          </p:cNvSpPr>
          <p:nvPr>
            <p:ph type="sldNum" sz="quarter" idx="12"/>
          </p:nvPr>
        </p:nvSpPr>
        <p:spPr/>
        <p:txBody>
          <a:bodyPr/>
          <a:lstStyle>
            <a:lvl1pPr>
              <a:defRPr>
                <a:solidFill>
                  <a:schemeClr val="bg1">
                    <a:lumMod val="95000"/>
                  </a:schemeClr>
                </a:solidFill>
              </a:defRPr>
            </a:lvl1pPr>
          </a:lstStyle>
          <a:p>
            <a:fld id="{4F6357DA-28E9-40D3-918C-4D14E8263D81}" type="slidenum">
              <a:rPr lang="en-US" smtClean="0"/>
              <a:pPr/>
              <a:t>‹#›</a:t>
            </a:fld>
            <a:endParaRPr lang="en-US" dirty="0"/>
          </a:p>
        </p:txBody>
      </p:sp>
      <p:sp>
        <p:nvSpPr>
          <p:cNvPr id="8" name="Title 1">
            <a:extLst>
              <a:ext uri="{FF2B5EF4-FFF2-40B4-BE49-F238E27FC236}">
                <a16:creationId xmlns:a16="http://schemas.microsoft.com/office/drawing/2014/main" id="{5214FDE4-5230-4BC7-8C8A-024BF947CD9C}"/>
              </a:ext>
            </a:extLst>
          </p:cNvPr>
          <p:cNvSpPr>
            <a:spLocks noGrp="1"/>
          </p:cNvSpPr>
          <p:nvPr>
            <p:ph type="ctrTitle" hasCustomPrompt="1"/>
          </p:nvPr>
        </p:nvSpPr>
        <p:spPr>
          <a:xfrm>
            <a:off x="838201" y="901598"/>
            <a:ext cx="3684814" cy="336548"/>
          </a:xfrm>
          <a:prstGeom prst="rect">
            <a:avLst/>
          </a:prstGeom>
        </p:spPr>
        <p:txBody>
          <a:bodyPr anchor="b"/>
          <a:lstStyle>
            <a:lvl1pPr algn="l">
              <a:defRPr sz="2200" cap="all" spc="200" baseline="0">
                <a:solidFill>
                  <a:schemeClr val="bg1">
                    <a:lumMod val="95000"/>
                  </a:schemeClr>
                </a:solidFill>
                <a:latin typeface="+mj-lt"/>
              </a:defRPr>
            </a:lvl1pPr>
          </a:lstStyle>
          <a:p>
            <a:r>
              <a:rPr lang="en-US" dirty="0"/>
              <a:t>Click to add title</a:t>
            </a:r>
          </a:p>
        </p:txBody>
      </p:sp>
      <p:sp>
        <p:nvSpPr>
          <p:cNvPr id="9" name="Subtitle 2">
            <a:extLst>
              <a:ext uri="{FF2B5EF4-FFF2-40B4-BE49-F238E27FC236}">
                <a16:creationId xmlns:a16="http://schemas.microsoft.com/office/drawing/2014/main" id="{95062B64-8BE7-421C-8F8F-F0CEEB1C5C92}"/>
              </a:ext>
            </a:extLst>
          </p:cNvPr>
          <p:cNvSpPr>
            <a:spLocks noGrp="1"/>
          </p:cNvSpPr>
          <p:nvPr>
            <p:ph type="subTitle" idx="1" hasCustomPrompt="1"/>
          </p:nvPr>
        </p:nvSpPr>
        <p:spPr>
          <a:xfrm>
            <a:off x="838201" y="1454764"/>
            <a:ext cx="3684814" cy="2801597"/>
          </a:xfrm>
          <a:prstGeom prst="rect">
            <a:avLst/>
          </a:prstGeom>
        </p:spPr>
        <p:txBody>
          <a:bodyPr/>
          <a:lstStyle>
            <a:lvl1pPr marL="0" indent="0" algn="l">
              <a:lnSpc>
                <a:spcPct val="125000"/>
              </a:lnSpc>
              <a:spcBef>
                <a:spcPts val="0"/>
              </a:spcBef>
              <a:buNone/>
              <a:defRPr sz="1400" spc="100" baseline="0">
                <a:solidFill>
                  <a:schemeClr val="accent6">
                    <a:lumMod val="10000"/>
                    <a:lumOff val="9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3" name="Straight Connector 2">
            <a:extLst>
              <a:ext uri="{FF2B5EF4-FFF2-40B4-BE49-F238E27FC236}">
                <a16:creationId xmlns:a16="http://schemas.microsoft.com/office/drawing/2014/main" id="{51A8088E-EE7F-4006-9745-8926E1ABB691}"/>
              </a:ext>
            </a:extLst>
          </p:cNvPr>
          <p:cNvCxnSpPr>
            <a:cxnSpLocks/>
          </p:cNvCxnSpPr>
          <p:nvPr userDrawn="1"/>
        </p:nvCxnSpPr>
        <p:spPr>
          <a:xfrm>
            <a:off x="587189" y="0"/>
            <a:ext cx="0" cy="3048000"/>
          </a:xfrm>
          <a:prstGeom prst="line">
            <a:avLst/>
          </a:prstGeom>
          <a:ln>
            <a:solidFill>
              <a:schemeClr val="tx2"/>
            </a:solidFill>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1504950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blem">
    <p:bg>
      <p:bgPr>
        <a:solidFill>
          <a:schemeClr val="accent6"/>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E3D34C3A-6235-4BB3-A283-CAE0A33D378B}"/>
              </a:ext>
            </a:extLst>
          </p:cNvPr>
          <p:cNvSpPr>
            <a:spLocks noGrp="1"/>
          </p:cNvSpPr>
          <p:nvPr>
            <p:ph type="pic" sz="quarter" idx="13" hasCustomPrompt="1"/>
          </p:nvPr>
        </p:nvSpPr>
        <p:spPr>
          <a:xfrm>
            <a:off x="0" y="0"/>
            <a:ext cx="4038600" cy="6858000"/>
          </a:xfrm>
          <a:prstGeom prst="rect">
            <a:avLst/>
          </a:prstGeom>
        </p:spPr>
        <p:txBody>
          <a:bodyPr/>
          <a:lstStyle>
            <a:lvl1pPr marL="0" indent="0" algn="ctr">
              <a:buNone/>
              <a:defRPr>
                <a:solidFill>
                  <a:schemeClr val="accent6">
                    <a:lumMod val="10000"/>
                    <a:lumOff val="90000"/>
                  </a:schemeClr>
                </a:solidFill>
              </a:defRPr>
            </a:lvl1pPr>
          </a:lstStyle>
          <a:p>
            <a:r>
              <a:rPr lang="en-US" dirty="0"/>
              <a:t>Click to add photo</a:t>
            </a:r>
          </a:p>
        </p:txBody>
      </p:sp>
      <p:sp>
        <p:nvSpPr>
          <p:cNvPr id="4" name="Date Placeholder 3">
            <a:extLst>
              <a:ext uri="{FF2B5EF4-FFF2-40B4-BE49-F238E27FC236}">
                <a16:creationId xmlns:a16="http://schemas.microsoft.com/office/drawing/2014/main" id="{109EDE6B-5E65-4F08-A24A-A9EC90670C80}"/>
              </a:ext>
            </a:extLst>
          </p:cNvPr>
          <p:cNvSpPr>
            <a:spLocks noGrp="1"/>
          </p:cNvSpPr>
          <p:nvPr>
            <p:ph type="dt" sz="half" idx="10"/>
          </p:nvPr>
        </p:nvSpPr>
        <p:spPr/>
        <p:txBody>
          <a:bodyPr/>
          <a:lstStyle>
            <a:lvl1pPr>
              <a:defRPr>
                <a:solidFill>
                  <a:schemeClr val="accent6">
                    <a:lumMod val="25000"/>
                    <a:lumOff val="75000"/>
                  </a:schemeClr>
                </a:solidFill>
              </a:defRPr>
            </a:lvl1pPr>
          </a:lstStyle>
          <a:p>
            <a:r>
              <a:rPr lang="en-US" dirty="0"/>
              <a:t>8/03/20XX</a:t>
            </a:r>
          </a:p>
        </p:txBody>
      </p:sp>
      <p:sp>
        <p:nvSpPr>
          <p:cNvPr id="5" name="Footer Placeholder 4">
            <a:extLst>
              <a:ext uri="{FF2B5EF4-FFF2-40B4-BE49-F238E27FC236}">
                <a16:creationId xmlns:a16="http://schemas.microsoft.com/office/drawing/2014/main" id="{CD674259-E892-4133-9796-2A1A30CF71E6}"/>
              </a:ext>
            </a:extLst>
          </p:cNvPr>
          <p:cNvSpPr>
            <a:spLocks noGrp="1"/>
          </p:cNvSpPr>
          <p:nvPr>
            <p:ph type="ftr" sz="quarter" idx="11"/>
          </p:nvPr>
        </p:nvSpPr>
        <p:spPr/>
        <p:txBody>
          <a:bodyPr/>
          <a:lstStyle>
            <a:lvl1pPr>
              <a:defRPr>
                <a:solidFill>
                  <a:schemeClr val="accent6">
                    <a:lumMod val="25000"/>
                    <a:lumOff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E462A321-B440-475F-8F1F-B5B3B697ED39}"/>
              </a:ext>
            </a:extLst>
          </p:cNvPr>
          <p:cNvSpPr>
            <a:spLocks noGrp="1"/>
          </p:cNvSpPr>
          <p:nvPr>
            <p:ph type="sldNum" sz="quarter" idx="12"/>
          </p:nvPr>
        </p:nvSpPr>
        <p:spPr/>
        <p:txBody>
          <a:bodyPr/>
          <a:lstStyle>
            <a:lvl1pPr>
              <a:defRPr>
                <a:solidFill>
                  <a:schemeClr val="accent6">
                    <a:lumMod val="25000"/>
                    <a:lumOff val="75000"/>
                  </a:schemeClr>
                </a:solidFill>
              </a:defRPr>
            </a:lvl1pPr>
          </a:lstStyle>
          <a:p>
            <a:fld id="{4F6357DA-28E9-40D3-918C-4D14E8263D81}" type="slidenum">
              <a:rPr lang="en-US" smtClean="0"/>
              <a:pPr/>
              <a:t>‹#›</a:t>
            </a:fld>
            <a:endParaRPr lang="en-US" dirty="0"/>
          </a:p>
        </p:txBody>
      </p:sp>
      <p:sp>
        <p:nvSpPr>
          <p:cNvPr id="9" name="Subtitle 2">
            <a:extLst>
              <a:ext uri="{FF2B5EF4-FFF2-40B4-BE49-F238E27FC236}">
                <a16:creationId xmlns:a16="http://schemas.microsoft.com/office/drawing/2014/main" id="{ED1A311C-7C5B-4A6A-9430-1FDF9E65E23B}"/>
              </a:ext>
            </a:extLst>
          </p:cNvPr>
          <p:cNvSpPr>
            <a:spLocks noGrp="1"/>
          </p:cNvSpPr>
          <p:nvPr>
            <p:ph type="subTitle" idx="1" hasCustomPrompt="1"/>
          </p:nvPr>
        </p:nvSpPr>
        <p:spPr>
          <a:xfrm>
            <a:off x="4376050" y="2149803"/>
            <a:ext cx="2383973" cy="1583142"/>
          </a:xfrm>
          <a:prstGeom prst="rect">
            <a:avLst/>
          </a:prstGeom>
        </p:spPr>
        <p:txBody>
          <a:bodyPr/>
          <a:lstStyle>
            <a:lvl1pPr marL="0" indent="0" algn="l">
              <a:lnSpc>
                <a:spcPct val="125000"/>
              </a:lnSpc>
              <a:spcBef>
                <a:spcPts val="0"/>
              </a:spcBef>
              <a:buNone/>
              <a:defRPr sz="1400" spc="100" baseline="0">
                <a:solidFill>
                  <a:schemeClr val="accent6">
                    <a:lumMod val="10000"/>
                    <a:lumOff val="9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0" name="Text Placeholder 15">
            <a:extLst>
              <a:ext uri="{FF2B5EF4-FFF2-40B4-BE49-F238E27FC236}">
                <a16:creationId xmlns:a16="http://schemas.microsoft.com/office/drawing/2014/main" id="{9294BC1C-A5F3-4428-A88F-0029F652AEC7}"/>
              </a:ext>
            </a:extLst>
          </p:cNvPr>
          <p:cNvSpPr>
            <a:spLocks noGrp="1"/>
          </p:cNvSpPr>
          <p:nvPr>
            <p:ph type="body" sz="quarter" idx="14" hasCustomPrompt="1"/>
          </p:nvPr>
        </p:nvSpPr>
        <p:spPr>
          <a:xfrm>
            <a:off x="4376050" y="1783378"/>
            <a:ext cx="2383973" cy="464399"/>
          </a:xfrm>
          <a:prstGeom prst="rect">
            <a:avLst/>
          </a:prstGeom>
        </p:spPr>
        <p:txBody>
          <a:bodyPr anchor="ctr"/>
          <a:lstStyle>
            <a:lvl1pPr marL="0" indent="0" algn="l">
              <a:buNone/>
              <a:defRPr sz="1400" cap="all" spc="200" baseline="0">
                <a:solidFill>
                  <a:schemeClr val="bg1"/>
                </a:solidFill>
                <a:latin typeface="+mj-lt"/>
              </a:defRPr>
            </a:lvl1pPr>
          </a:lstStyle>
          <a:p>
            <a:pPr lvl="0"/>
            <a:r>
              <a:rPr lang="en-US"/>
              <a:t>Click to add subtitle</a:t>
            </a:r>
          </a:p>
        </p:txBody>
      </p:sp>
      <p:sp>
        <p:nvSpPr>
          <p:cNvPr id="11" name="Text Placeholder 30">
            <a:extLst>
              <a:ext uri="{FF2B5EF4-FFF2-40B4-BE49-F238E27FC236}">
                <a16:creationId xmlns:a16="http://schemas.microsoft.com/office/drawing/2014/main" id="{E1A93ECB-2477-4750-92EB-808431F55826}"/>
              </a:ext>
            </a:extLst>
          </p:cNvPr>
          <p:cNvSpPr>
            <a:spLocks noGrp="1"/>
          </p:cNvSpPr>
          <p:nvPr>
            <p:ph type="body" sz="quarter" idx="15" hasCustomPrompt="1"/>
          </p:nvPr>
        </p:nvSpPr>
        <p:spPr>
          <a:xfrm>
            <a:off x="6934192" y="2149803"/>
            <a:ext cx="2383972" cy="1549920"/>
          </a:xfrm>
          <a:prstGeom prst="rect">
            <a:avLst/>
          </a:prstGeom>
        </p:spPr>
        <p:txBody>
          <a:bodyPr/>
          <a:lstStyle>
            <a:lvl1pPr marL="0" indent="0" algn="l">
              <a:lnSpc>
                <a:spcPct val="125000"/>
              </a:lnSpc>
              <a:spcBef>
                <a:spcPts val="0"/>
              </a:spcBef>
              <a:buNone/>
              <a:defRPr sz="1400" spc="100" baseline="0">
                <a:solidFill>
                  <a:schemeClr val="bg1"/>
                </a:solidFill>
              </a:defRPr>
            </a:lvl1pPr>
          </a:lstStyle>
          <a:p>
            <a:pPr lvl="0"/>
            <a:r>
              <a:rPr lang="en-US"/>
              <a:t>Click to add text</a:t>
            </a:r>
          </a:p>
        </p:txBody>
      </p:sp>
      <p:sp>
        <p:nvSpPr>
          <p:cNvPr id="12" name="Text Placeholder 15">
            <a:extLst>
              <a:ext uri="{FF2B5EF4-FFF2-40B4-BE49-F238E27FC236}">
                <a16:creationId xmlns:a16="http://schemas.microsoft.com/office/drawing/2014/main" id="{1B981D60-5094-418F-8053-F9AC3EE2F6F3}"/>
              </a:ext>
            </a:extLst>
          </p:cNvPr>
          <p:cNvSpPr>
            <a:spLocks noGrp="1"/>
          </p:cNvSpPr>
          <p:nvPr>
            <p:ph type="body" sz="quarter" idx="16" hasCustomPrompt="1"/>
          </p:nvPr>
        </p:nvSpPr>
        <p:spPr>
          <a:xfrm>
            <a:off x="6934192" y="1783378"/>
            <a:ext cx="2383972" cy="464399"/>
          </a:xfrm>
          <a:prstGeom prst="rect">
            <a:avLst/>
          </a:prstGeom>
        </p:spPr>
        <p:txBody>
          <a:bodyPr anchor="ctr"/>
          <a:lstStyle>
            <a:lvl1pPr marL="0" indent="0" algn="l">
              <a:buNone/>
              <a:defRPr sz="1400" cap="all" spc="200" baseline="0">
                <a:solidFill>
                  <a:schemeClr val="bg1"/>
                </a:solidFill>
                <a:latin typeface="+mj-lt"/>
              </a:defRPr>
            </a:lvl1pPr>
          </a:lstStyle>
          <a:p>
            <a:pPr lvl="0"/>
            <a:r>
              <a:rPr lang="en-US"/>
              <a:t>Click to add subtitle</a:t>
            </a:r>
          </a:p>
        </p:txBody>
      </p:sp>
      <p:sp>
        <p:nvSpPr>
          <p:cNvPr id="13" name="Text Placeholder 30">
            <a:extLst>
              <a:ext uri="{FF2B5EF4-FFF2-40B4-BE49-F238E27FC236}">
                <a16:creationId xmlns:a16="http://schemas.microsoft.com/office/drawing/2014/main" id="{D4577FD4-018C-4FC5-8B3C-5F10F8D1D7B8}"/>
              </a:ext>
            </a:extLst>
          </p:cNvPr>
          <p:cNvSpPr>
            <a:spLocks noGrp="1"/>
          </p:cNvSpPr>
          <p:nvPr>
            <p:ph type="body" sz="quarter" idx="17" hasCustomPrompt="1"/>
          </p:nvPr>
        </p:nvSpPr>
        <p:spPr>
          <a:xfrm>
            <a:off x="4376050" y="4414557"/>
            <a:ext cx="2383973" cy="1549920"/>
          </a:xfrm>
          <a:prstGeom prst="rect">
            <a:avLst/>
          </a:prstGeom>
        </p:spPr>
        <p:txBody>
          <a:bodyPr/>
          <a:lstStyle>
            <a:lvl1pPr marL="0" indent="0" algn="l">
              <a:lnSpc>
                <a:spcPct val="125000"/>
              </a:lnSpc>
              <a:spcBef>
                <a:spcPts val="0"/>
              </a:spcBef>
              <a:buNone/>
              <a:defRPr sz="1400" spc="100" baseline="0">
                <a:solidFill>
                  <a:schemeClr val="bg1"/>
                </a:solidFill>
              </a:defRPr>
            </a:lvl1pPr>
          </a:lstStyle>
          <a:p>
            <a:pPr lvl="0"/>
            <a:r>
              <a:rPr lang="en-US"/>
              <a:t>Click to add text</a:t>
            </a:r>
          </a:p>
        </p:txBody>
      </p:sp>
      <p:sp>
        <p:nvSpPr>
          <p:cNvPr id="14" name="Text Placeholder 15">
            <a:extLst>
              <a:ext uri="{FF2B5EF4-FFF2-40B4-BE49-F238E27FC236}">
                <a16:creationId xmlns:a16="http://schemas.microsoft.com/office/drawing/2014/main" id="{F7BB952E-0716-4503-B1A2-C64348D4C67C}"/>
              </a:ext>
            </a:extLst>
          </p:cNvPr>
          <p:cNvSpPr>
            <a:spLocks noGrp="1"/>
          </p:cNvSpPr>
          <p:nvPr>
            <p:ph type="body" sz="quarter" idx="18" hasCustomPrompt="1"/>
          </p:nvPr>
        </p:nvSpPr>
        <p:spPr>
          <a:xfrm>
            <a:off x="4376050" y="4048132"/>
            <a:ext cx="2383973" cy="464399"/>
          </a:xfrm>
          <a:prstGeom prst="rect">
            <a:avLst/>
          </a:prstGeom>
        </p:spPr>
        <p:txBody>
          <a:bodyPr anchor="ctr"/>
          <a:lstStyle>
            <a:lvl1pPr marL="0" indent="0" algn="l">
              <a:buNone/>
              <a:defRPr sz="1400" cap="all" spc="200" baseline="0">
                <a:solidFill>
                  <a:schemeClr val="bg1"/>
                </a:solidFill>
                <a:latin typeface="+mj-lt"/>
              </a:defRPr>
            </a:lvl1pPr>
          </a:lstStyle>
          <a:p>
            <a:pPr lvl="0"/>
            <a:r>
              <a:rPr lang="en-US"/>
              <a:t>Click to add subtitle</a:t>
            </a:r>
          </a:p>
        </p:txBody>
      </p:sp>
      <p:sp>
        <p:nvSpPr>
          <p:cNvPr id="15" name="Text Placeholder 30">
            <a:extLst>
              <a:ext uri="{FF2B5EF4-FFF2-40B4-BE49-F238E27FC236}">
                <a16:creationId xmlns:a16="http://schemas.microsoft.com/office/drawing/2014/main" id="{31F6468A-E1B5-499E-BE6D-B6B35AB5C017}"/>
              </a:ext>
            </a:extLst>
          </p:cNvPr>
          <p:cNvSpPr>
            <a:spLocks noGrp="1"/>
          </p:cNvSpPr>
          <p:nvPr>
            <p:ph type="body" sz="quarter" idx="19" hasCustomPrompt="1"/>
          </p:nvPr>
        </p:nvSpPr>
        <p:spPr>
          <a:xfrm>
            <a:off x="6934192" y="4414557"/>
            <a:ext cx="2383972" cy="1549920"/>
          </a:xfrm>
          <a:prstGeom prst="rect">
            <a:avLst/>
          </a:prstGeom>
        </p:spPr>
        <p:txBody>
          <a:bodyPr/>
          <a:lstStyle>
            <a:lvl1pPr marL="0" indent="0" algn="l">
              <a:lnSpc>
                <a:spcPct val="125000"/>
              </a:lnSpc>
              <a:spcBef>
                <a:spcPts val="0"/>
              </a:spcBef>
              <a:buNone/>
              <a:defRPr sz="1400" spc="100" baseline="0">
                <a:solidFill>
                  <a:schemeClr val="bg1"/>
                </a:solidFill>
              </a:defRPr>
            </a:lvl1pPr>
          </a:lstStyle>
          <a:p>
            <a:pPr lvl="0"/>
            <a:r>
              <a:rPr lang="en-US"/>
              <a:t>Click to add text</a:t>
            </a:r>
          </a:p>
        </p:txBody>
      </p:sp>
      <p:sp>
        <p:nvSpPr>
          <p:cNvPr id="16" name="Text Placeholder 15">
            <a:extLst>
              <a:ext uri="{FF2B5EF4-FFF2-40B4-BE49-F238E27FC236}">
                <a16:creationId xmlns:a16="http://schemas.microsoft.com/office/drawing/2014/main" id="{67A73001-AEEA-4FA6-BD1D-2FB7F79AB2BC}"/>
              </a:ext>
            </a:extLst>
          </p:cNvPr>
          <p:cNvSpPr>
            <a:spLocks noGrp="1"/>
          </p:cNvSpPr>
          <p:nvPr>
            <p:ph type="body" sz="quarter" idx="20" hasCustomPrompt="1"/>
          </p:nvPr>
        </p:nvSpPr>
        <p:spPr>
          <a:xfrm>
            <a:off x="6934192" y="4048132"/>
            <a:ext cx="2383972" cy="464399"/>
          </a:xfrm>
          <a:prstGeom prst="rect">
            <a:avLst/>
          </a:prstGeom>
        </p:spPr>
        <p:txBody>
          <a:bodyPr anchor="ctr"/>
          <a:lstStyle>
            <a:lvl1pPr marL="0" indent="0" algn="l">
              <a:buNone/>
              <a:defRPr sz="1400" kern="1200" cap="all" spc="200" baseline="0">
                <a:solidFill>
                  <a:schemeClr val="bg1"/>
                </a:solidFill>
                <a:latin typeface="+mj-lt"/>
              </a:defRPr>
            </a:lvl1pPr>
          </a:lstStyle>
          <a:p>
            <a:pPr lvl="0"/>
            <a:r>
              <a:rPr lang="en-US"/>
              <a:t>Click to add subtitle</a:t>
            </a:r>
          </a:p>
        </p:txBody>
      </p:sp>
      <p:sp>
        <p:nvSpPr>
          <p:cNvPr id="17" name="Title 1">
            <a:extLst>
              <a:ext uri="{FF2B5EF4-FFF2-40B4-BE49-F238E27FC236}">
                <a16:creationId xmlns:a16="http://schemas.microsoft.com/office/drawing/2014/main" id="{F7D1EE2B-BA7E-4102-A1AB-D36A04A32751}"/>
              </a:ext>
            </a:extLst>
          </p:cNvPr>
          <p:cNvSpPr>
            <a:spLocks noGrp="1"/>
          </p:cNvSpPr>
          <p:nvPr>
            <p:ph type="ctrTitle" hasCustomPrompt="1"/>
          </p:nvPr>
        </p:nvSpPr>
        <p:spPr>
          <a:xfrm>
            <a:off x="4376051" y="893523"/>
            <a:ext cx="5094517" cy="296198"/>
          </a:xfrm>
          <a:prstGeom prst="rect">
            <a:avLst/>
          </a:prstGeom>
        </p:spPr>
        <p:txBody>
          <a:bodyPr anchor="ctr"/>
          <a:lstStyle>
            <a:lvl1pPr algn="l">
              <a:defRPr sz="2200" cap="all" spc="200" baseline="0">
                <a:solidFill>
                  <a:schemeClr val="bg1"/>
                </a:solidFill>
                <a:latin typeface="+mj-lt"/>
              </a:defRPr>
            </a:lvl1pPr>
          </a:lstStyle>
          <a:p>
            <a:r>
              <a:rPr lang="en-US"/>
              <a:t>Click to add title</a:t>
            </a:r>
          </a:p>
        </p:txBody>
      </p:sp>
      <p:sp>
        <p:nvSpPr>
          <p:cNvPr id="18" name="Text Placeholder 30">
            <a:extLst>
              <a:ext uri="{FF2B5EF4-FFF2-40B4-BE49-F238E27FC236}">
                <a16:creationId xmlns:a16="http://schemas.microsoft.com/office/drawing/2014/main" id="{84447B14-E16C-4164-8093-80762E5341AC}"/>
              </a:ext>
            </a:extLst>
          </p:cNvPr>
          <p:cNvSpPr>
            <a:spLocks noGrp="1"/>
          </p:cNvSpPr>
          <p:nvPr>
            <p:ph type="body" sz="quarter" idx="21" hasCustomPrompt="1"/>
          </p:nvPr>
        </p:nvSpPr>
        <p:spPr>
          <a:xfrm>
            <a:off x="9492333" y="2149803"/>
            <a:ext cx="2383972" cy="1549920"/>
          </a:xfrm>
          <a:prstGeom prst="rect">
            <a:avLst/>
          </a:prstGeom>
        </p:spPr>
        <p:txBody>
          <a:bodyPr/>
          <a:lstStyle>
            <a:lvl1pPr marL="0" indent="0" algn="l">
              <a:lnSpc>
                <a:spcPct val="125000"/>
              </a:lnSpc>
              <a:spcBef>
                <a:spcPts val="0"/>
              </a:spcBef>
              <a:buNone/>
              <a:defRPr sz="1400" spc="100" baseline="0">
                <a:solidFill>
                  <a:schemeClr val="bg1"/>
                </a:solidFill>
              </a:defRPr>
            </a:lvl1pPr>
          </a:lstStyle>
          <a:p>
            <a:pPr lvl="0"/>
            <a:r>
              <a:rPr lang="en-US"/>
              <a:t>Click to add text</a:t>
            </a:r>
          </a:p>
        </p:txBody>
      </p:sp>
      <p:sp>
        <p:nvSpPr>
          <p:cNvPr id="19" name="Text Placeholder 15">
            <a:extLst>
              <a:ext uri="{FF2B5EF4-FFF2-40B4-BE49-F238E27FC236}">
                <a16:creationId xmlns:a16="http://schemas.microsoft.com/office/drawing/2014/main" id="{0ADD1433-3072-4EBB-9720-0F0DB8DE2A35}"/>
              </a:ext>
            </a:extLst>
          </p:cNvPr>
          <p:cNvSpPr>
            <a:spLocks noGrp="1"/>
          </p:cNvSpPr>
          <p:nvPr>
            <p:ph type="body" sz="quarter" idx="22" hasCustomPrompt="1"/>
          </p:nvPr>
        </p:nvSpPr>
        <p:spPr>
          <a:xfrm>
            <a:off x="9492333" y="1783378"/>
            <a:ext cx="2383972" cy="464399"/>
          </a:xfrm>
          <a:prstGeom prst="rect">
            <a:avLst/>
          </a:prstGeom>
        </p:spPr>
        <p:txBody>
          <a:bodyPr anchor="ctr"/>
          <a:lstStyle>
            <a:lvl1pPr marL="0" indent="0" algn="l">
              <a:buNone/>
              <a:defRPr sz="1400" cap="all" spc="200" baseline="0">
                <a:solidFill>
                  <a:schemeClr val="bg1"/>
                </a:solidFill>
                <a:latin typeface="+mj-lt"/>
              </a:defRPr>
            </a:lvl1pPr>
          </a:lstStyle>
          <a:p>
            <a:pPr lvl="0"/>
            <a:r>
              <a:rPr lang="en-US"/>
              <a:t>Click to add subtitle</a:t>
            </a:r>
          </a:p>
        </p:txBody>
      </p:sp>
    </p:spTree>
    <p:extLst>
      <p:ext uri="{BB962C8B-B14F-4D97-AF65-F5344CB8AC3E}">
        <p14:creationId xmlns:p14="http://schemas.microsoft.com/office/powerpoint/2010/main" val="857263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lution">
    <p:bg>
      <p:bgPr>
        <a:solidFill>
          <a:schemeClr val="bg1">
            <a:lumMod val="50000"/>
          </a:schemeClr>
        </a:solidFill>
        <a:effectLst/>
      </p:bgPr>
    </p:bg>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0BEAA80F-F328-4E79-9BF7-351D45B7B7FD}"/>
              </a:ext>
            </a:extLst>
          </p:cNvPr>
          <p:cNvSpPr>
            <a:spLocks noGrp="1"/>
          </p:cNvSpPr>
          <p:nvPr>
            <p:ph type="body" sz="quarter" idx="20" hasCustomPrompt="1"/>
          </p:nvPr>
        </p:nvSpPr>
        <p:spPr>
          <a:xfrm>
            <a:off x="1029788" y="1449390"/>
            <a:ext cx="15294428" cy="3076572"/>
          </a:xfrm>
          <a:prstGeom prst="rect">
            <a:avLst/>
          </a:prstGeom>
        </p:spPr>
        <p:txBody>
          <a:bodyPr/>
          <a:lstStyle>
            <a:lvl1pPr marL="0" indent="0" algn="ctr">
              <a:lnSpc>
                <a:spcPct val="40000"/>
              </a:lnSpc>
              <a:spcBef>
                <a:spcPts val="0"/>
              </a:spcBef>
              <a:buNone/>
              <a:defRPr sz="50000" baseline="0">
                <a:solidFill>
                  <a:schemeClr val="bg1">
                    <a:alpha val="5000"/>
                  </a:schemeClr>
                </a:solidFill>
                <a:latin typeface="Kunstler Script" panose="030304020206070D0D06" pitchFamily="66" charset="0"/>
              </a:defRPr>
            </a:lvl1pPr>
          </a:lstStyle>
          <a:p>
            <a:pPr lvl="0"/>
            <a:r>
              <a:rPr lang="en-US" dirty="0"/>
              <a:t>Solution</a:t>
            </a:r>
          </a:p>
        </p:txBody>
      </p:sp>
      <p:sp>
        <p:nvSpPr>
          <p:cNvPr id="5" name="Date Placeholder 4">
            <a:extLst>
              <a:ext uri="{FF2B5EF4-FFF2-40B4-BE49-F238E27FC236}">
                <a16:creationId xmlns:a16="http://schemas.microsoft.com/office/drawing/2014/main" id="{92A1422C-C630-4C48-A1BD-5097502AC0D2}"/>
              </a:ext>
            </a:extLst>
          </p:cNvPr>
          <p:cNvSpPr>
            <a:spLocks noGrp="1"/>
          </p:cNvSpPr>
          <p:nvPr>
            <p:ph type="dt" sz="half" idx="10"/>
          </p:nvPr>
        </p:nvSpPr>
        <p:spPr/>
        <p:txBody>
          <a:bodyPr/>
          <a:lstStyle>
            <a:lvl1pPr>
              <a:defRPr>
                <a:solidFill>
                  <a:schemeClr val="bg1"/>
                </a:solidFill>
              </a:defRPr>
            </a:lvl1pPr>
          </a:lstStyle>
          <a:p>
            <a:r>
              <a:rPr lang="en-US" dirty="0"/>
              <a:t>8/03/20XX</a:t>
            </a:r>
          </a:p>
        </p:txBody>
      </p:sp>
      <p:sp>
        <p:nvSpPr>
          <p:cNvPr id="6" name="Footer Placeholder 5">
            <a:extLst>
              <a:ext uri="{FF2B5EF4-FFF2-40B4-BE49-F238E27FC236}">
                <a16:creationId xmlns:a16="http://schemas.microsoft.com/office/drawing/2014/main" id="{AEAF124C-643E-4BA6-9FF7-DFF06D9A9814}"/>
              </a:ext>
            </a:extLst>
          </p:cNvPr>
          <p:cNvSpPr>
            <a:spLocks noGrp="1"/>
          </p:cNvSpPr>
          <p:nvPr>
            <p:ph type="ftr" sz="quarter" idx="11"/>
          </p:nvPr>
        </p:nvSpPr>
        <p:spPr/>
        <p:txBody>
          <a:bodyPr/>
          <a:lstStyle>
            <a:lvl1pPr>
              <a:defRPr>
                <a:solidFill>
                  <a:schemeClr val="bg1"/>
                </a:solidFill>
              </a:defRPr>
            </a:lvl1pPr>
          </a:lstStyle>
          <a:p>
            <a:r>
              <a:rPr lang="en-US" dirty="0"/>
              <a:t>PITCH DECK</a:t>
            </a:r>
          </a:p>
        </p:txBody>
      </p:sp>
      <p:sp>
        <p:nvSpPr>
          <p:cNvPr id="7" name="Slide Number Placeholder 6">
            <a:extLst>
              <a:ext uri="{FF2B5EF4-FFF2-40B4-BE49-F238E27FC236}">
                <a16:creationId xmlns:a16="http://schemas.microsoft.com/office/drawing/2014/main" id="{514ACCC8-5EF3-4F6A-B7EC-5208088FBA08}"/>
              </a:ext>
            </a:extLst>
          </p:cNvPr>
          <p:cNvSpPr>
            <a:spLocks noGrp="1"/>
          </p:cNvSpPr>
          <p:nvPr>
            <p:ph type="sldNum" sz="quarter" idx="12"/>
          </p:nvPr>
        </p:nvSpPr>
        <p:spPr/>
        <p:txBody>
          <a:bodyPr/>
          <a:lstStyle>
            <a:lvl1pPr>
              <a:defRPr>
                <a:solidFill>
                  <a:schemeClr val="bg1"/>
                </a:solidFill>
              </a:defRPr>
            </a:lvl1pPr>
          </a:lstStyle>
          <a:p>
            <a:fld id="{4F6357DA-28E9-40D3-918C-4D14E8263D81}" type="slidenum">
              <a:rPr lang="en-US" smtClean="0"/>
              <a:pPr/>
              <a:t>‹#›</a:t>
            </a:fld>
            <a:endParaRPr lang="en-US" dirty="0"/>
          </a:p>
        </p:txBody>
      </p:sp>
      <p:sp>
        <p:nvSpPr>
          <p:cNvPr id="8" name="Title 1">
            <a:extLst>
              <a:ext uri="{FF2B5EF4-FFF2-40B4-BE49-F238E27FC236}">
                <a16:creationId xmlns:a16="http://schemas.microsoft.com/office/drawing/2014/main" id="{DAD665EC-5C19-4FBE-8A06-0D1AA7483EF7}"/>
              </a:ext>
            </a:extLst>
          </p:cNvPr>
          <p:cNvSpPr>
            <a:spLocks noGrp="1"/>
          </p:cNvSpPr>
          <p:nvPr>
            <p:ph type="ctrTitle" hasCustomPrompt="1"/>
          </p:nvPr>
        </p:nvSpPr>
        <p:spPr>
          <a:xfrm>
            <a:off x="1284514" y="228115"/>
            <a:ext cx="9993085" cy="892630"/>
          </a:xfrm>
          <a:prstGeom prst="rect">
            <a:avLst/>
          </a:prstGeom>
        </p:spPr>
        <p:txBody>
          <a:bodyPr anchor="ctr"/>
          <a:lstStyle>
            <a:lvl1pPr algn="ctr">
              <a:defRPr sz="2200" cap="all" spc="200" baseline="0">
                <a:solidFill>
                  <a:schemeClr val="bg1"/>
                </a:solidFill>
                <a:latin typeface="+mj-lt"/>
              </a:defRPr>
            </a:lvl1pPr>
          </a:lstStyle>
          <a:p>
            <a:r>
              <a:rPr lang="en-US" dirty="0"/>
              <a:t>Finding the users</a:t>
            </a:r>
            <a:br>
              <a:rPr lang="en-US" dirty="0"/>
            </a:br>
            <a:endParaRPr lang="en-US" dirty="0"/>
          </a:p>
        </p:txBody>
      </p:sp>
    </p:spTree>
    <p:extLst>
      <p:ext uri="{BB962C8B-B14F-4D97-AF65-F5344CB8AC3E}">
        <p14:creationId xmlns:p14="http://schemas.microsoft.com/office/powerpoint/2010/main" val="529233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duct Overview">
    <p:bg>
      <p:bgPr>
        <a:solidFill>
          <a:schemeClr val="accent1"/>
        </a:solidFill>
        <a:effectLst/>
      </p:bgPr>
    </p:bg>
    <p:spTree>
      <p:nvGrpSpPr>
        <p:cNvPr id="1" name=""/>
        <p:cNvGrpSpPr/>
        <p:nvPr/>
      </p:nvGrpSpPr>
      <p:grpSpPr>
        <a:xfrm>
          <a:off x="0" y="0"/>
          <a:ext cx="0" cy="0"/>
          <a:chOff x="0" y="0"/>
          <a:chExt cx="0" cy="0"/>
        </a:xfrm>
      </p:grpSpPr>
      <p:sp>
        <p:nvSpPr>
          <p:cNvPr id="19" name="Picture Placeholder 7">
            <a:extLst>
              <a:ext uri="{FF2B5EF4-FFF2-40B4-BE49-F238E27FC236}">
                <a16:creationId xmlns:a16="http://schemas.microsoft.com/office/drawing/2014/main" id="{FE652442-8170-498C-A898-AF94B2DD1175}"/>
              </a:ext>
            </a:extLst>
          </p:cNvPr>
          <p:cNvSpPr>
            <a:spLocks noGrp="1"/>
          </p:cNvSpPr>
          <p:nvPr>
            <p:ph type="pic" sz="quarter" idx="13" hasCustomPrompt="1"/>
          </p:nvPr>
        </p:nvSpPr>
        <p:spPr>
          <a:xfrm>
            <a:off x="6862439" y="0"/>
            <a:ext cx="5328822" cy="6858000"/>
          </a:xfrm>
          <a:prstGeom prst="rect">
            <a:avLst/>
          </a:prstGeom>
        </p:spPr>
        <p:txBody>
          <a:bodyPr/>
          <a:lstStyle>
            <a:lvl1pPr marL="0" indent="0" algn="ctr">
              <a:buNone/>
              <a:defRPr>
                <a:solidFill>
                  <a:schemeClr val="accent6">
                    <a:lumMod val="10000"/>
                    <a:lumOff val="90000"/>
                  </a:schemeClr>
                </a:solidFill>
              </a:defRPr>
            </a:lvl1pPr>
          </a:lstStyle>
          <a:p>
            <a:r>
              <a:rPr lang="en-US" dirty="0"/>
              <a:t>Click to add photo</a:t>
            </a:r>
          </a:p>
        </p:txBody>
      </p:sp>
      <p:sp>
        <p:nvSpPr>
          <p:cNvPr id="7" name="Date Placeholder 6">
            <a:extLst>
              <a:ext uri="{FF2B5EF4-FFF2-40B4-BE49-F238E27FC236}">
                <a16:creationId xmlns:a16="http://schemas.microsoft.com/office/drawing/2014/main" id="{3270AEB0-C94B-4451-9167-6BD905C0F451}"/>
              </a:ext>
            </a:extLst>
          </p:cNvPr>
          <p:cNvSpPr>
            <a:spLocks noGrp="1"/>
          </p:cNvSpPr>
          <p:nvPr>
            <p:ph type="dt" sz="half" idx="10"/>
          </p:nvPr>
        </p:nvSpPr>
        <p:spPr/>
        <p:txBody>
          <a:bodyPr/>
          <a:lstStyle>
            <a:lvl1pPr>
              <a:defRPr>
                <a:solidFill>
                  <a:schemeClr val="accent3"/>
                </a:solidFill>
              </a:defRPr>
            </a:lvl1pPr>
          </a:lstStyle>
          <a:p>
            <a:r>
              <a:rPr lang="en-US" dirty="0"/>
              <a:t>8/03/20XX</a:t>
            </a:r>
          </a:p>
        </p:txBody>
      </p:sp>
      <p:sp>
        <p:nvSpPr>
          <p:cNvPr id="8" name="Footer Placeholder 7">
            <a:extLst>
              <a:ext uri="{FF2B5EF4-FFF2-40B4-BE49-F238E27FC236}">
                <a16:creationId xmlns:a16="http://schemas.microsoft.com/office/drawing/2014/main" id="{972ADD39-75F0-48ED-9F83-7301863941C4}"/>
              </a:ext>
            </a:extLst>
          </p:cNvPr>
          <p:cNvSpPr>
            <a:spLocks noGrp="1"/>
          </p:cNvSpPr>
          <p:nvPr>
            <p:ph type="ftr" sz="quarter" idx="11"/>
          </p:nvPr>
        </p:nvSpPr>
        <p:spPr/>
        <p:txBody>
          <a:bodyPr/>
          <a:lstStyle>
            <a:lvl1pPr>
              <a:defRPr>
                <a:solidFill>
                  <a:schemeClr val="accent3"/>
                </a:solidFill>
              </a:defRPr>
            </a:lvl1pPr>
          </a:lstStyle>
          <a:p>
            <a:r>
              <a:rPr lang="en-US" dirty="0"/>
              <a:t>PITCH DECK</a:t>
            </a:r>
          </a:p>
        </p:txBody>
      </p:sp>
      <p:sp>
        <p:nvSpPr>
          <p:cNvPr id="9" name="Slide Number Placeholder 8">
            <a:extLst>
              <a:ext uri="{FF2B5EF4-FFF2-40B4-BE49-F238E27FC236}">
                <a16:creationId xmlns:a16="http://schemas.microsoft.com/office/drawing/2014/main" id="{7446418F-6895-486C-A333-AE3A509B7A5B}"/>
              </a:ext>
            </a:extLst>
          </p:cNvPr>
          <p:cNvSpPr>
            <a:spLocks noGrp="1"/>
          </p:cNvSpPr>
          <p:nvPr>
            <p:ph type="sldNum" sz="quarter" idx="12"/>
          </p:nvPr>
        </p:nvSpPr>
        <p:spPr/>
        <p:txBody>
          <a:bodyPr/>
          <a:lstStyle>
            <a:lvl1pPr>
              <a:defRPr>
                <a:solidFill>
                  <a:schemeClr val="bg1">
                    <a:lumMod val="95000"/>
                  </a:schemeClr>
                </a:solidFill>
              </a:defRPr>
            </a:lvl1pPr>
          </a:lstStyle>
          <a:p>
            <a:fld id="{4F6357DA-28E9-40D3-918C-4D14E8263D81}" type="slidenum">
              <a:rPr lang="en-US" smtClean="0"/>
              <a:pPr/>
              <a:t>‹#›</a:t>
            </a:fld>
            <a:endParaRPr lang="en-US" dirty="0"/>
          </a:p>
        </p:txBody>
      </p:sp>
      <p:sp>
        <p:nvSpPr>
          <p:cNvPr id="5" name="Subtitle 2">
            <a:extLst>
              <a:ext uri="{FF2B5EF4-FFF2-40B4-BE49-F238E27FC236}">
                <a16:creationId xmlns:a16="http://schemas.microsoft.com/office/drawing/2014/main" id="{AFEC7295-AA7A-4373-AFCC-01672D79269F}"/>
              </a:ext>
            </a:extLst>
          </p:cNvPr>
          <p:cNvSpPr>
            <a:spLocks noGrp="1"/>
          </p:cNvSpPr>
          <p:nvPr>
            <p:ph type="subTitle" idx="1" hasCustomPrompt="1"/>
          </p:nvPr>
        </p:nvSpPr>
        <p:spPr>
          <a:xfrm>
            <a:off x="838200" y="2154063"/>
            <a:ext cx="2383973" cy="1452926"/>
          </a:xfrm>
          <a:prstGeom prst="rect">
            <a:avLst/>
          </a:prstGeom>
        </p:spPr>
        <p:txBody>
          <a:bodyPr/>
          <a:lstStyle>
            <a:lvl1pPr marL="0" indent="0" algn="l">
              <a:lnSpc>
                <a:spcPct val="125000"/>
              </a:lnSpc>
              <a:spcBef>
                <a:spcPts val="0"/>
              </a:spcBef>
              <a:buNone/>
              <a:defRPr sz="1400" spc="100" baseline="0">
                <a:solidFill>
                  <a:schemeClr val="accent6">
                    <a:lumMod val="10000"/>
                    <a:lumOff val="9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6" name="Text Placeholder 15">
            <a:extLst>
              <a:ext uri="{FF2B5EF4-FFF2-40B4-BE49-F238E27FC236}">
                <a16:creationId xmlns:a16="http://schemas.microsoft.com/office/drawing/2014/main" id="{598ED1F4-A00A-4498-9EE6-005CF2D8FA7F}"/>
              </a:ext>
            </a:extLst>
          </p:cNvPr>
          <p:cNvSpPr>
            <a:spLocks noGrp="1"/>
          </p:cNvSpPr>
          <p:nvPr>
            <p:ph type="body" sz="quarter" idx="14" hasCustomPrompt="1"/>
          </p:nvPr>
        </p:nvSpPr>
        <p:spPr>
          <a:xfrm>
            <a:off x="838200" y="1787638"/>
            <a:ext cx="2383973" cy="464399"/>
          </a:xfrm>
          <a:prstGeom prst="rect">
            <a:avLst/>
          </a:prstGeom>
        </p:spPr>
        <p:txBody>
          <a:bodyPr anchor="ctr"/>
          <a:lstStyle>
            <a:lvl1pPr marL="0" indent="0" algn="l">
              <a:buNone/>
              <a:defRPr sz="1400" cap="all" spc="200" baseline="0">
                <a:solidFill>
                  <a:schemeClr val="bg1"/>
                </a:solidFill>
                <a:latin typeface="+mj-lt"/>
              </a:defRPr>
            </a:lvl1pPr>
          </a:lstStyle>
          <a:p>
            <a:pPr lvl="0"/>
            <a:r>
              <a:rPr lang="en-US" dirty="0"/>
              <a:t>Click to add subtitle</a:t>
            </a:r>
          </a:p>
        </p:txBody>
      </p:sp>
      <p:sp>
        <p:nvSpPr>
          <p:cNvPr id="10" name="Text Placeholder 30">
            <a:extLst>
              <a:ext uri="{FF2B5EF4-FFF2-40B4-BE49-F238E27FC236}">
                <a16:creationId xmlns:a16="http://schemas.microsoft.com/office/drawing/2014/main" id="{CF8F506C-096D-434B-8C0A-B784CA4AC7A9}"/>
              </a:ext>
            </a:extLst>
          </p:cNvPr>
          <p:cNvSpPr>
            <a:spLocks noGrp="1"/>
          </p:cNvSpPr>
          <p:nvPr>
            <p:ph type="body" sz="quarter" idx="15" hasCustomPrompt="1"/>
          </p:nvPr>
        </p:nvSpPr>
        <p:spPr>
          <a:xfrm>
            <a:off x="3548746" y="2154063"/>
            <a:ext cx="2383972" cy="1422437"/>
          </a:xfrm>
          <a:prstGeom prst="rect">
            <a:avLst/>
          </a:prstGeom>
        </p:spPr>
        <p:txBody>
          <a:bodyPr/>
          <a:lstStyle>
            <a:lvl1pPr marL="0" indent="0" algn="l">
              <a:lnSpc>
                <a:spcPct val="125000"/>
              </a:lnSpc>
              <a:spcBef>
                <a:spcPts val="0"/>
              </a:spcBef>
              <a:buNone/>
              <a:defRPr sz="1400" spc="100" baseline="0">
                <a:solidFill>
                  <a:schemeClr val="bg1"/>
                </a:solidFill>
              </a:defRPr>
            </a:lvl1pPr>
          </a:lstStyle>
          <a:p>
            <a:pPr lvl="0"/>
            <a:r>
              <a:rPr lang="en-US"/>
              <a:t>Click to add text</a:t>
            </a:r>
          </a:p>
        </p:txBody>
      </p:sp>
      <p:sp>
        <p:nvSpPr>
          <p:cNvPr id="11" name="Text Placeholder 15">
            <a:extLst>
              <a:ext uri="{FF2B5EF4-FFF2-40B4-BE49-F238E27FC236}">
                <a16:creationId xmlns:a16="http://schemas.microsoft.com/office/drawing/2014/main" id="{1DC47ED6-4130-40E7-8FC9-D611942ACAA4}"/>
              </a:ext>
            </a:extLst>
          </p:cNvPr>
          <p:cNvSpPr>
            <a:spLocks noGrp="1"/>
          </p:cNvSpPr>
          <p:nvPr>
            <p:ph type="body" sz="quarter" idx="16" hasCustomPrompt="1"/>
          </p:nvPr>
        </p:nvSpPr>
        <p:spPr>
          <a:xfrm>
            <a:off x="3548746" y="1787638"/>
            <a:ext cx="2383972" cy="464399"/>
          </a:xfrm>
          <a:prstGeom prst="rect">
            <a:avLst/>
          </a:prstGeom>
        </p:spPr>
        <p:txBody>
          <a:bodyPr anchor="ctr"/>
          <a:lstStyle>
            <a:lvl1pPr marL="0" indent="0" algn="l">
              <a:buNone/>
              <a:defRPr sz="1400" cap="all" spc="200" baseline="0">
                <a:solidFill>
                  <a:schemeClr val="bg1"/>
                </a:solidFill>
                <a:latin typeface="+mj-lt"/>
              </a:defRPr>
            </a:lvl1pPr>
          </a:lstStyle>
          <a:p>
            <a:pPr lvl="0"/>
            <a:r>
              <a:rPr lang="en-US"/>
              <a:t>Click to add subtitle</a:t>
            </a:r>
          </a:p>
        </p:txBody>
      </p:sp>
      <p:sp>
        <p:nvSpPr>
          <p:cNvPr id="12" name="Text Placeholder 30">
            <a:extLst>
              <a:ext uri="{FF2B5EF4-FFF2-40B4-BE49-F238E27FC236}">
                <a16:creationId xmlns:a16="http://schemas.microsoft.com/office/drawing/2014/main" id="{ED4BD005-97C0-42DC-8C08-6B9F4DB00199}"/>
              </a:ext>
            </a:extLst>
          </p:cNvPr>
          <p:cNvSpPr>
            <a:spLocks noGrp="1"/>
          </p:cNvSpPr>
          <p:nvPr>
            <p:ph type="body" sz="quarter" idx="17" hasCustomPrompt="1"/>
          </p:nvPr>
        </p:nvSpPr>
        <p:spPr>
          <a:xfrm>
            <a:off x="838200" y="4415035"/>
            <a:ext cx="2383973" cy="1332622"/>
          </a:xfrm>
          <a:prstGeom prst="rect">
            <a:avLst/>
          </a:prstGeom>
        </p:spPr>
        <p:txBody>
          <a:bodyPr/>
          <a:lstStyle>
            <a:lvl1pPr marL="0" indent="0" algn="l">
              <a:lnSpc>
                <a:spcPct val="125000"/>
              </a:lnSpc>
              <a:spcBef>
                <a:spcPts val="0"/>
              </a:spcBef>
              <a:buNone/>
              <a:defRPr sz="1400" spc="100" baseline="0">
                <a:solidFill>
                  <a:schemeClr val="bg1"/>
                </a:solidFill>
              </a:defRPr>
            </a:lvl1pPr>
          </a:lstStyle>
          <a:p>
            <a:pPr lvl="0"/>
            <a:r>
              <a:rPr lang="en-US" dirty="0"/>
              <a:t>Click to add text</a:t>
            </a:r>
          </a:p>
        </p:txBody>
      </p:sp>
      <p:sp>
        <p:nvSpPr>
          <p:cNvPr id="13" name="Text Placeholder 15">
            <a:extLst>
              <a:ext uri="{FF2B5EF4-FFF2-40B4-BE49-F238E27FC236}">
                <a16:creationId xmlns:a16="http://schemas.microsoft.com/office/drawing/2014/main" id="{96E60615-9B40-4EAF-87C7-81C56B101A9B}"/>
              </a:ext>
            </a:extLst>
          </p:cNvPr>
          <p:cNvSpPr>
            <a:spLocks noGrp="1"/>
          </p:cNvSpPr>
          <p:nvPr>
            <p:ph type="body" sz="quarter" idx="18" hasCustomPrompt="1"/>
          </p:nvPr>
        </p:nvSpPr>
        <p:spPr>
          <a:xfrm>
            <a:off x="838200" y="4048610"/>
            <a:ext cx="2383973" cy="464399"/>
          </a:xfrm>
          <a:prstGeom prst="rect">
            <a:avLst/>
          </a:prstGeom>
        </p:spPr>
        <p:txBody>
          <a:bodyPr anchor="ctr"/>
          <a:lstStyle>
            <a:lvl1pPr marL="0" indent="0" algn="l">
              <a:buNone/>
              <a:defRPr sz="1400" cap="all" spc="200" baseline="0">
                <a:solidFill>
                  <a:schemeClr val="bg1"/>
                </a:solidFill>
                <a:latin typeface="+mj-lt"/>
              </a:defRPr>
            </a:lvl1pPr>
          </a:lstStyle>
          <a:p>
            <a:pPr lvl="0"/>
            <a:r>
              <a:rPr lang="en-US"/>
              <a:t>Click to add subtitle</a:t>
            </a:r>
          </a:p>
        </p:txBody>
      </p:sp>
      <p:sp>
        <p:nvSpPr>
          <p:cNvPr id="14" name="Text Placeholder 30">
            <a:extLst>
              <a:ext uri="{FF2B5EF4-FFF2-40B4-BE49-F238E27FC236}">
                <a16:creationId xmlns:a16="http://schemas.microsoft.com/office/drawing/2014/main" id="{A88908D1-7E92-448F-A890-1C2E229F6C4F}"/>
              </a:ext>
            </a:extLst>
          </p:cNvPr>
          <p:cNvSpPr>
            <a:spLocks noGrp="1"/>
          </p:cNvSpPr>
          <p:nvPr>
            <p:ph type="body" sz="quarter" idx="19" hasCustomPrompt="1"/>
          </p:nvPr>
        </p:nvSpPr>
        <p:spPr>
          <a:xfrm>
            <a:off x="3548746" y="4415035"/>
            <a:ext cx="2383972" cy="1332622"/>
          </a:xfrm>
          <a:prstGeom prst="rect">
            <a:avLst/>
          </a:prstGeom>
        </p:spPr>
        <p:txBody>
          <a:bodyPr/>
          <a:lstStyle>
            <a:lvl1pPr marL="0" indent="0" algn="l">
              <a:lnSpc>
                <a:spcPct val="125000"/>
              </a:lnSpc>
              <a:spcBef>
                <a:spcPts val="0"/>
              </a:spcBef>
              <a:buNone/>
              <a:defRPr sz="1400" spc="100" baseline="0">
                <a:solidFill>
                  <a:schemeClr val="bg1"/>
                </a:solidFill>
              </a:defRPr>
            </a:lvl1pPr>
          </a:lstStyle>
          <a:p>
            <a:pPr lvl="0"/>
            <a:r>
              <a:rPr lang="en-US"/>
              <a:t>Click to add text</a:t>
            </a:r>
          </a:p>
        </p:txBody>
      </p:sp>
      <p:sp>
        <p:nvSpPr>
          <p:cNvPr id="15" name="Text Placeholder 15">
            <a:extLst>
              <a:ext uri="{FF2B5EF4-FFF2-40B4-BE49-F238E27FC236}">
                <a16:creationId xmlns:a16="http://schemas.microsoft.com/office/drawing/2014/main" id="{1BD5AD54-7BC4-4C94-BE3A-18B3144A2BB9}"/>
              </a:ext>
            </a:extLst>
          </p:cNvPr>
          <p:cNvSpPr>
            <a:spLocks noGrp="1"/>
          </p:cNvSpPr>
          <p:nvPr>
            <p:ph type="body" sz="quarter" idx="20" hasCustomPrompt="1"/>
          </p:nvPr>
        </p:nvSpPr>
        <p:spPr>
          <a:xfrm>
            <a:off x="3548746" y="4048610"/>
            <a:ext cx="2383972" cy="464399"/>
          </a:xfrm>
          <a:prstGeom prst="rect">
            <a:avLst/>
          </a:prstGeom>
        </p:spPr>
        <p:txBody>
          <a:bodyPr anchor="ctr"/>
          <a:lstStyle>
            <a:lvl1pPr marL="0" indent="0" algn="l">
              <a:buNone/>
              <a:defRPr sz="1400" kern="1200" cap="all" spc="200" baseline="0">
                <a:solidFill>
                  <a:schemeClr val="bg1"/>
                </a:solidFill>
                <a:latin typeface="+mj-lt"/>
              </a:defRPr>
            </a:lvl1pPr>
          </a:lstStyle>
          <a:p>
            <a:pPr lvl="0"/>
            <a:r>
              <a:rPr lang="en-US"/>
              <a:t>Click to add subtitle</a:t>
            </a:r>
          </a:p>
        </p:txBody>
      </p:sp>
      <p:sp>
        <p:nvSpPr>
          <p:cNvPr id="16" name="Title 1">
            <a:extLst>
              <a:ext uri="{FF2B5EF4-FFF2-40B4-BE49-F238E27FC236}">
                <a16:creationId xmlns:a16="http://schemas.microsoft.com/office/drawing/2014/main" id="{D3673029-D2A1-4074-ACCA-13D6DE34D6BC}"/>
              </a:ext>
            </a:extLst>
          </p:cNvPr>
          <p:cNvSpPr>
            <a:spLocks noGrp="1"/>
          </p:cNvSpPr>
          <p:nvPr>
            <p:ph type="ctrTitle" hasCustomPrompt="1"/>
          </p:nvPr>
        </p:nvSpPr>
        <p:spPr>
          <a:xfrm>
            <a:off x="838201" y="893045"/>
            <a:ext cx="5094517" cy="296676"/>
          </a:xfrm>
          <a:prstGeom prst="rect">
            <a:avLst/>
          </a:prstGeom>
        </p:spPr>
        <p:txBody>
          <a:bodyPr anchor="ctr"/>
          <a:lstStyle>
            <a:lvl1pPr algn="l">
              <a:defRPr sz="2200" cap="all" spc="200" baseline="0">
                <a:solidFill>
                  <a:schemeClr val="bg1">
                    <a:lumMod val="95000"/>
                  </a:schemeClr>
                </a:solidFill>
                <a:latin typeface="+mj-lt"/>
              </a:defRPr>
            </a:lvl1pPr>
          </a:lstStyle>
          <a:p>
            <a:r>
              <a:rPr lang="en-US"/>
              <a:t>Click to add title</a:t>
            </a:r>
          </a:p>
        </p:txBody>
      </p:sp>
    </p:spTree>
    <p:extLst>
      <p:ext uri="{BB962C8B-B14F-4D97-AF65-F5344CB8AC3E}">
        <p14:creationId xmlns:p14="http://schemas.microsoft.com/office/powerpoint/2010/main" val="389264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duct Benefits">
    <p:bg>
      <p:bgPr>
        <a:solidFill>
          <a:schemeClr val="bg1">
            <a:lumMod val="50000"/>
          </a:schemeClr>
        </a:solidFill>
        <a:effectLst/>
      </p:bgPr>
    </p:bg>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20E9FD2F-C591-4424-9786-FC0584ED99A8}"/>
              </a:ext>
            </a:extLst>
          </p:cNvPr>
          <p:cNvSpPr>
            <a:spLocks noGrp="1"/>
          </p:cNvSpPr>
          <p:nvPr>
            <p:ph type="pic" sz="quarter" idx="13" hasCustomPrompt="1"/>
          </p:nvPr>
        </p:nvSpPr>
        <p:spPr>
          <a:xfrm>
            <a:off x="-4281" y="3429000"/>
            <a:ext cx="12196282" cy="3429001"/>
          </a:xfrm>
          <a:prstGeom prst="rect">
            <a:avLst/>
          </a:prstGeom>
        </p:spPr>
        <p:txBody>
          <a:bodyPr/>
          <a:lstStyle>
            <a:lvl1pPr marL="0" indent="0" algn="ctr">
              <a:buNone/>
              <a:defRPr>
                <a:solidFill>
                  <a:schemeClr val="accent6">
                    <a:lumMod val="10000"/>
                    <a:lumOff val="90000"/>
                  </a:schemeClr>
                </a:solidFill>
              </a:defRPr>
            </a:lvl1pPr>
          </a:lstStyle>
          <a:p>
            <a:r>
              <a:rPr lang="en-US" dirty="0"/>
              <a:t>Click to add photo</a:t>
            </a:r>
          </a:p>
        </p:txBody>
      </p:sp>
      <p:sp>
        <p:nvSpPr>
          <p:cNvPr id="10" name="Text Placeholder 4">
            <a:extLst>
              <a:ext uri="{FF2B5EF4-FFF2-40B4-BE49-F238E27FC236}">
                <a16:creationId xmlns:a16="http://schemas.microsoft.com/office/drawing/2014/main" id="{53A582BA-E159-4C50-B38C-77C5DBB401BA}"/>
              </a:ext>
            </a:extLst>
          </p:cNvPr>
          <p:cNvSpPr>
            <a:spLocks noGrp="1"/>
          </p:cNvSpPr>
          <p:nvPr>
            <p:ph type="body" sz="quarter" idx="20" hasCustomPrompt="1"/>
          </p:nvPr>
        </p:nvSpPr>
        <p:spPr>
          <a:xfrm>
            <a:off x="838200" y="-2355262"/>
            <a:ext cx="11353799" cy="5551580"/>
          </a:xfrm>
          <a:prstGeom prst="rect">
            <a:avLst/>
          </a:prstGeom>
        </p:spPr>
        <p:txBody>
          <a:bodyPr anchor="ctr"/>
          <a:lstStyle>
            <a:lvl1pPr marL="0" indent="0" algn="r">
              <a:lnSpc>
                <a:spcPct val="100000"/>
              </a:lnSpc>
              <a:spcBef>
                <a:spcPts val="1500"/>
              </a:spcBef>
              <a:buNone/>
              <a:defRPr sz="50000" baseline="0">
                <a:solidFill>
                  <a:schemeClr val="bg1">
                    <a:alpha val="5000"/>
                  </a:schemeClr>
                </a:solidFill>
                <a:latin typeface="Kunstler Script" panose="030304020206070D0D06" pitchFamily="66" charset="0"/>
              </a:defRPr>
            </a:lvl1pPr>
          </a:lstStyle>
          <a:p>
            <a:pPr lvl="0"/>
            <a:r>
              <a:rPr lang="en-US" dirty="0"/>
              <a:t>Benefits</a:t>
            </a:r>
          </a:p>
        </p:txBody>
      </p:sp>
      <p:sp>
        <p:nvSpPr>
          <p:cNvPr id="3" name="Date Placeholder 2">
            <a:extLst>
              <a:ext uri="{FF2B5EF4-FFF2-40B4-BE49-F238E27FC236}">
                <a16:creationId xmlns:a16="http://schemas.microsoft.com/office/drawing/2014/main" id="{AF03B677-4EE8-4758-B5E7-E0E64796354E}"/>
              </a:ext>
            </a:extLst>
          </p:cNvPr>
          <p:cNvSpPr>
            <a:spLocks noGrp="1"/>
          </p:cNvSpPr>
          <p:nvPr>
            <p:ph type="dt" sz="half" idx="10"/>
          </p:nvPr>
        </p:nvSpPr>
        <p:spPr/>
        <p:txBody>
          <a:bodyPr/>
          <a:lstStyle>
            <a:lvl1pPr>
              <a:defRPr>
                <a:solidFill>
                  <a:schemeClr val="bg1"/>
                </a:solidFill>
              </a:defRPr>
            </a:lvl1pPr>
          </a:lstStyle>
          <a:p>
            <a:r>
              <a:rPr lang="en-US" dirty="0"/>
              <a:t>8/03/20XX</a:t>
            </a:r>
          </a:p>
        </p:txBody>
      </p:sp>
      <p:sp>
        <p:nvSpPr>
          <p:cNvPr id="4" name="Footer Placeholder 3">
            <a:extLst>
              <a:ext uri="{FF2B5EF4-FFF2-40B4-BE49-F238E27FC236}">
                <a16:creationId xmlns:a16="http://schemas.microsoft.com/office/drawing/2014/main" id="{5048A148-5926-44EC-857E-A52EE5AB851F}"/>
              </a:ext>
            </a:extLst>
          </p:cNvPr>
          <p:cNvSpPr>
            <a:spLocks noGrp="1"/>
          </p:cNvSpPr>
          <p:nvPr>
            <p:ph type="ftr" sz="quarter" idx="11"/>
          </p:nvPr>
        </p:nvSpPr>
        <p:spPr/>
        <p:txBody>
          <a:bodyPr/>
          <a:lstStyle>
            <a:lvl1pPr>
              <a:defRPr>
                <a:solidFill>
                  <a:schemeClr val="bg1"/>
                </a:solidFill>
              </a:defRPr>
            </a:lvl1pPr>
          </a:lstStyle>
          <a:p>
            <a:r>
              <a:rPr lang="en-US" dirty="0"/>
              <a:t>PITCH DECK</a:t>
            </a:r>
          </a:p>
        </p:txBody>
      </p:sp>
      <p:sp>
        <p:nvSpPr>
          <p:cNvPr id="5" name="Slide Number Placeholder 4">
            <a:extLst>
              <a:ext uri="{FF2B5EF4-FFF2-40B4-BE49-F238E27FC236}">
                <a16:creationId xmlns:a16="http://schemas.microsoft.com/office/drawing/2014/main" id="{C0ACD214-48A4-4D6C-9016-FDB6AD88C755}"/>
              </a:ext>
            </a:extLst>
          </p:cNvPr>
          <p:cNvSpPr>
            <a:spLocks noGrp="1"/>
          </p:cNvSpPr>
          <p:nvPr>
            <p:ph type="sldNum" sz="quarter" idx="12"/>
          </p:nvPr>
        </p:nvSpPr>
        <p:spPr/>
        <p:txBody>
          <a:bodyPr/>
          <a:lstStyle>
            <a:lvl1pPr>
              <a:defRPr>
                <a:solidFill>
                  <a:schemeClr val="bg1"/>
                </a:solidFill>
              </a:defRPr>
            </a:lvl1pPr>
          </a:lstStyle>
          <a:p>
            <a:fld id="{4F6357DA-28E9-40D3-918C-4D14E8263D81}" type="slidenum">
              <a:rPr lang="en-US" smtClean="0"/>
              <a:pPr/>
              <a:t>‹#›</a:t>
            </a:fld>
            <a:endParaRPr lang="en-US" dirty="0"/>
          </a:p>
        </p:txBody>
      </p:sp>
      <p:sp>
        <p:nvSpPr>
          <p:cNvPr id="6" name="Title 1">
            <a:extLst>
              <a:ext uri="{FF2B5EF4-FFF2-40B4-BE49-F238E27FC236}">
                <a16:creationId xmlns:a16="http://schemas.microsoft.com/office/drawing/2014/main" id="{4655EB74-3BFE-4C75-92A7-86B8A0870A27}"/>
              </a:ext>
            </a:extLst>
          </p:cNvPr>
          <p:cNvSpPr>
            <a:spLocks noGrp="1"/>
          </p:cNvSpPr>
          <p:nvPr>
            <p:ph type="ctrTitle" hasCustomPrompt="1"/>
          </p:nvPr>
        </p:nvSpPr>
        <p:spPr>
          <a:xfrm>
            <a:off x="838200" y="727508"/>
            <a:ext cx="10515600" cy="639955"/>
          </a:xfrm>
          <a:prstGeom prst="rect">
            <a:avLst/>
          </a:prstGeom>
        </p:spPr>
        <p:txBody>
          <a:bodyPr anchor="ctr"/>
          <a:lstStyle>
            <a:lvl1pPr algn="ctr">
              <a:defRPr sz="2200" cap="all" spc="200" baseline="0">
                <a:solidFill>
                  <a:schemeClr val="bg1"/>
                </a:solidFill>
                <a:latin typeface="+mj-lt"/>
              </a:defRPr>
            </a:lvl1pPr>
          </a:lstStyle>
          <a:p>
            <a:r>
              <a:rPr lang="en-US"/>
              <a:t>Click to add title</a:t>
            </a:r>
          </a:p>
        </p:txBody>
      </p:sp>
      <p:sp>
        <p:nvSpPr>
          <p:cNvPr id="8" name="Subtitle 2">
            <a:extLst>
              <a:ext uri="{FF2B5EF4-FFF2-40B4-BE49-F238E27FC236}">
                <a16:creationId xmlns:a16="http://schemas.microsoft.com/office/drawing/2014/main" id="{6EBA1834-F4E8-4C34-9017-E3D85F613D44}"/>
              </a:ext>
            </a:extLst>
          </p:cNvPr>
          <p:cNvSpPr>
            <a:spLocks noGrp="1"/>
          </p:cNvSpPr>
          <p:nvPr>
            <p:ph type="subTitle" idx="1" hasCustomPrompt="1"/>
          </p:nvPr>
        </p:nvSpPr>
        <p:spPr>
          <a:xfrm>
            <a:off x="838200" y="1453589"/>
            <a:ext cx="10515600" cy="1518211"/>
          </a:xfrm>
          <a:prstGeom prst="rect">
            <a:avLst/>
          </a:prstGeom>
        </p:spPr>
        <p:txBody>
          <a:bodyPr/>
          <a:lstStyle>
            <a:lvl1pPr marL="0" indent="0" algn="ctr">
              <a:lnSpc>
                <a:spcPct val="125000"/>
              </a:lnSpc>
              <a:spcBef>
                <a:spcPts val="0"/>
              </a:spcBef>
              <a:spcAft>
                <a:spcPts val="1000"/>
              </a:spcAft>
              <a:buNone/>
              <a:defRPr sz="14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Tree>
    <p:extLst>
      <p:ext uri="{BB962C8B-B14F-4D97-AF65-F5344CB8AC3E}">
        <p14:creationId xmlns:p14="http://schemas.microsoft.com/office/powerpoint/2010/main" val="2113413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6"/>
        </a:solidFill>
        <a:effectLst/>
      </p:bgPr>
    </p:bg>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F9C9AE60-466C-4BDA-9E87-7701D81CFE3C}"/>
              </a:ext>
            </a:extLst>
          </p:cNvPr>
          <p:cNvSpPr>
            <a:spLocks noGrp="1"/>
          </p:cNvSpPr>
          <p:nvPr>
            <p:ph type="pic" sz="quarter" idx="10" hasCustomPrompt="1"/>
          </p:nvPr>
        </p:nvSpPr>
        <p:spPr>
          <a:xfrm>
            <a:off x="0" y="0"/>
            <a:ext cx="12192000" cy="6858000"/>
          </a:xfrm>
          <a:prstGeom prst="rect">
            <a:avLst/>
          </a:prstGeom>
        </p:spPr>
        <p:txBody>
          <a:bodyPr/>
          <a:lstStyle>
            <a:lvl1pPr marL="0" indent="0" algn="ctr">
              <a:buNone/>
              <a:defRPr>
                <a:solidFill>
                  <a:schemeClr val="accent6">
                    <a:lumMod val="10000"/>
                    <a:lumOff val="90000"/>
                  </a:schemeClr>
                </a:solidFill>
              </a:defRPr>
            </a:lvl1pPr>
          </a:lstStyle>
          <a:p>
            <a:r>
              <a:rPr lang="en-US" dirty="0"/>
              <a:t>Click to add photo</a:t>
            </a:r>
          </a:p>
        </p:txBody>
      </p:sp>
      <p:sp>
        <p:nvSpPr>
          <p:cNvPr id="4" name="Text Placeholder 4">
            <a:extLst>
              <a:ext uri="{FF2B5EF4-FFF2-40B4-BE49-F238E27FC236}">
                <a16:creationId xmlns:a16="http://schemas.microsoft.com/office/drawing/2014/main" id="{4DF025DF-FE0B-4046-8687-417DFBEB3113}"/>
              </a:ext>
            </a:extLst>
          </p:cNvPr>
          <p:cNvSpPr>
            <a:spLocks noGrp="1"/>
          </p:cNvSpPr>
          <p:nvPr>
            <p:ph type="body" sz="quarter" idx="20" hasCustomPrompt="1"/>
          </p:nvPr>
        </p:nvSpPr>
        <p:spPr>
          <a:xfrm>
            <a:off x="-3250937" y="1278117"/>
            <a:ext cx="19788513" cy="2514600"/>
          </a:xfrm>
          <a:prstGeom prst="rect">
            <a:avLst/>
          </a:prstGeom>
        </p:spPr>
        <p:txBody>
          <a:bodyPr/>
          <a:lstStyle>
            <a:lvl1pPr marL="0" indent="0" algn="ctr">
              <a:lnSpc>
                <a:spcPct val="40000"/>
              </a:lnSpc>
              <a:spcBef>
                <a:spcPts val="0"/>
              </a:spcBef>
              <a:buNone/>
              <a:defRPr sz="50000" baseline="0">
                <a:solidFill>
                  <a:schemeClr val="bg1">
                    <a:alpha val="8000"/>
                  </a:schemeClr>
                </a:solidFill>
                <a:latin typeface="Kunstler Script" panose="030304020206070D0D06" pitchFamily="66" charset="0"/>
              </a:defRPr>
            </a:lvl1pPr>
          </a:lstStyle>
          <a:p>
            <a:r>
              <a:rPr lang="en-US" dirty="0"/>
              <a:t>Company</a:t>
            </a:r>
          </a:p>
        </p:txBody>
      </p:sp>
      <p:sp>
        <p:nvSpPr>
          <p:cNvPr id="6" name="Title 1">
            <a:extLst>
              <a:ext uri="{FF2B5EF4-FFF2-40B4-BE49-F238E27FC236}">
                <a16:creationId xmlns:a16="http://schemas.microsoft.com/office/drawing/2014/main" id="{254DB932-57BE-437E-B336-17F289AFD79B}"/>
              </a:ext>
            </a:extLst>
          </p:cNvPr>
          <p:cNvSpPr>
            <a:spLocks noGrp="1"/>
          </p:cNvSpPr>
          <p:nvPr>
            <p:ph type="ctrTitle" hasCustomPrompt="1"/>
          </p:nvPr>
        </p:nvSpPr>
        <p:spPr>
          <a:xfrm>
            <a:off x="1253218" y="2685143"/>
            <a:ext cx="9685563" cy="1487714"/>
          </a:xfrm>
          <a:prstGeom prst="rect">
            <a:avLst/>
          </a:prstGeom>
        </p:spPr>
        <p:txBody>
          <a:bodyPr anchor="ctr"/>
          <a:lstStyle>
            <a:lvl1pPr algn="ctr">
              <a:defRPr sz="5000" cap="all" spc="200" baseline="0">
                <a:solidFill>
                  <a:schemeClr val="accent6">
                    <a:lumMod val="10000"/>
                    <a:lumOff val="90000"/>
                  </a:schemeClr>
                </a:solidFill>
                <a:latin typeface="Avenir Next LT Pro" panose="020B0504020202020204" pitchFamily="34" charset="0"/>
              </a:defRPr>
            </a:lvl1pPr>
          </a:lstStyle>
          <a:p>
            <a:r>
              <a:rPr lang="en-US"/>
              <a:t>Click to add title</a:t>
            </a:r>
          </a:p>
        </p:txBody>
      </p:sp>
    </p:spTree>
    <p:extLst>
      <p:ext uri="{BB962C8B-B14F-4D97-AF65-F5344CB8AC3E}">
        <p14:creationId xmlns:p14="http://schemas.microsoft.com/office/powerpoint/2010/main" val="782318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siness Model">
    <p:bg>
      <p:bgPr>
        <a:solidFill>
          <a:schemeClr val="accent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8F9D74B8-165B-49A6-ACBB-8B7950289D66}"/>
              </a:ext>
            </a:extLst>
          </p:cNvPr>
          <p:cNvSpPr>
            <a:spLocks noGrp="1"/>
          </p:cNvSpPr>
          <p:nvPr>
            <p:ph type="pic" sz="quarter" idx="13" hasCustomPrompt="1"/>
          </p:nvPr>
        </p:nvSpPr>
        <p:spPr>
          <a:xfrm>
            <a:off x="6096001" y="0"/>
            <a:ext cx="6096000" cy="6858000"/>
          </a:xfrm>
          <a:prstGeom prst="rect">
            <a:avLst/>
          </a:prstGeom>
        </p:spPr>
        <p:txBody>
          <a:bodyPr/>
          <a:lstStyle>
            <a:lvl1pPr marL="0" indent="0" algn="ctr">
              <a:buNone/>
              <a:defRPr>
                <a:solidFill>
                  <a:schemeClr val="accent6">
                    <a:lumMod val="10000"/>
                    <a:lumOff val="90000"/>
                  </a:schemeClr>
                </a:solidFill>
              </a:defRPr>
            </a:lvl1pPr>
          </a:lstStyle>
          <a:p>
            <a:r>
              <a:rPr lang="en-US" dirty="0"/>
              <a:t>Click to add photo</a:t>
            </a:r>
          </a:p>
        </p:txBody>
      </p:sp>
      <p:sp>
        <p:nvSpPr>
          <p:cNvPr id="21" name="Text Placeholder 4">
            <a:extLst>
              <a:ext uri="{FF2B5EF4-FFF2-40B4-BE49-F238E27FC236}">
                <a16:creationId xmlns:a16="http://schemas.microsoft.com/office/drawing/2014/main" id="{00B316D0-6EE1-4FB2-A993-B0CD4CFE5026}"/>
              </a:ext>
            </a:extLst>
          </p:cNvPr>
          <p:cNvSpPr>
            <a:spLocks noGrp="1"/>
          </p:cNvSpPr>
          <p:nvPr>
            <p:ph type="body" sz="quarter" idx="19" hasCustomPrompt="1"/>
          </p:nvPr>
        </p:nvSpPr>
        <p:spPr>
          <a:xfrm>
            <a:off x="-1325217" y="3977202"/>
            <a:ext cx="16229934" cy="2852057"/>
          </a:xfrm>
          <a:prstGeom prst="rect">
            <a:avLst/>
          </a:prstGeom>
        </p:spPr>
        <p:txBody>
          <a:bodyPr/>
          <a:lstStyle>
            <a:lvl1pPr marL="0" indent="0" algn="r">
              <a:lnSpc>
                <a:spcPct val="50000"/>
              </a:lnSpc>
              <a:spcBef>
                <a:spcPts val="0"/>
              </a:spcBef>
              <a:buNone/>
              <a:defRPr sz="50000" baseline="0">
                <a:solidFill>
                  <a:schemeClr val="bg1">
                    <a:alpha val="8000"/>
                  </a:schemeClr>
                </a:solidFill>
                <a:latin typeface="Kunstler Script" panose="030304020206070D0D06" pitchFamily="66" charset="0"/>
              </a:defRPr>
            </a:lvl1pPr>
          </a:lstStyle>
          <a:p>
            <a:r>
              <a:rPr lang="en-US" dirty="0"/>
              <a:t>Business</a:t>
            </a:r>
          </a:p>
        </p:txBody>
      </p:sp>
      <p:sp>
        <p:nvSpPr>
          <p:cNvPr id="5" name="Date Placeholder 4">
            <a:extLst>
              <a:ext uri="{FF2B5EF4-FFF2-40B4-BE49-F238E27FC236}">
                <a16:creationId xmlns:a16="http://schemas.microsoft.com/office/drawing/2014/main" id="{6D10495B-28B8-4389-8E1C-F335846C93C2}"/>
              </a:ext>
            </a:extLst>
          </p:cNvPr>
          <p:cNvSpPr>
            <a:spLocks noGrp="1"/>
          </p:cNvSpPr>
          <p:nvPr>
            <p:ph type="dt" sz="half" idx="10"/>
          </p:nvPr>
        </p:nvSpPr>
        <p:spPr/>
        <p:txBody>
          <a:bodyPr/>
          <a:lstStyle>
            <a:lvl1pPr>
              <a:defRPr>
                <a:solidFill>
                  <a:schemeClr val="accent3"/>
                </a:solidFill>
              </a:defRPr>
            </a:lvl1pPr>
          </a:lstStyle>
          <a:p>
            <a:r>
              <a:rPr lang="en-US" dirty="0"/>
              <a:t>8/03/20XX</a:t>
            </a:r>
          </a:p>
        </p:txBody>
      </p:sp>
      <p:sp>
        <p:nvSpPr>
          <p:cNvPr id="6" name="Footer Placeholder 5">
            <a:extLst>
              <a:ext uri="{FF2B5EF4-FFF2-40B4-BE49-F238E27FC236}">
                <a16:creationId xmlns:a16="http://schemas.microsoft.com/office/drawing/2014/main" id="{841E258A-A128-4BAF-B8C3-723C638236F6}"/>
              </a:ext>
            </a:extLst>
          </p:cNvPr>
          <p:cNvSpPr>
            <a:spLocks noGrp="1"/>
          </p:cNvSpPr>
          <p:nvPr>
            <p:ph type="ftr" sz="quarter" idx="11"/>
          </p:nvPr>
        </p:nvSpPr>
        <p:spPr/>
        <p:txBody>
          <a:bodyPr/>
          <a:lstStyle>
            <a:lvl1pPr>
              <a:defRPr>
                <a:solidFill>
                  <a:schemeClr val="accent3"/>
                </a:solidFill>
              </a:defRPr>
            </a:lvl1pPr>
          </a:lstStyle>
          <a:p>
            <a:r>
              <a:rPr lang="en-US" dirty="0"/>
              <a:t>PITCH DECK</a:t>
            </a:r>
          </a:p>
        </p:txBody>
      </p:sp>
      <p:sp>
        <p:nvSpPr>
          <p:cNvPr id="7" name="Slide Number Placeholder 6">
            <a:extLst>
              <a:ext uri="{FF2B5EF4-FFF2-40B4-BE49-F238E27FC236}">
                <a16:creationId xmlns:a16="http://schemas.microsoft.com/office/drawing/2014/main" id="{AD369002-18F2-427F-A791-0E26DD2F0A57}"/>
              </a:ext>
            </a:extLst>
          </p:cNvPr>
          <p:cNvSpPr>
            <a:spLocks noGrp="1"/>
          </p:cNvSpPr>
          <p:nvPr>
            <p:ph type="sldNum" sz="quarter" idx="12"/>
          </p:nvPr>
        </p:nvSpPr>
        <p:spPr/>
        <p:txBody>
          <a:bodyPr/>
          <a:lstStyle>
            <a:lvl1pPr>
              <a:defRPr>
                <a:solidFill>
                  <a:schemeClr val="bg1">
                    <a:lumMod val="95000"/>
                  </a:schemeClr>
                </a:solidFill>
              </a:defRPr>
            </a:lvl1pPr>
          </a:lstStyle>
          <a:p>
            <a:fld id="{4F6357DA-28E9-40D3-918C-4D14E8263D81}" type="slidenum">
              <a:rPr lang="en-US" smtClean="0"/>
              <a:pPr/>
              <a:t>‹#›</a:t>
            </a:fld>
            <a:endParaRPr lang="en-US" dirty="0"/>
          </a:p>
        </p:txBody>
      </p:sp>
      <p:sp>
        <p:nvSpPr>
          <p:cNvPr id="9" name="Subtitle 2">
            <a:extLst>
              <a:ext uri="{FF2B5EF4-FFF2-40B4-BE49-F238E27FC236}">
                <a16:creationId xmlns:a16="http://schemas.microsoft.com/office/drawing/2014/main" id="{23AD8AD8-9C40-44FB-8FF8-815C53458223}"/>
              </a:ext>
            </a:extLst>
          </p:cNvPr>
          <p:cNvSpPr>
            <a:spLocks noGrp="1"/>
          </p:cNvSpPr>
          <p:nvPr>
            <p:ph type="subTitle" idx="1" hasCustomPrompt="1"/>
          </p:nvPr>
        </p:nvSpPr>
        <p:spPr>
          <a:xfrm>
            <a:off x="838199" y="2067161"/>
            <a:ext cx="4386945" cy="1006199"/>
          </a:xfrm>
          <a:prstGeom prst="rect">
            <a:avLst/>
          </a:prstGeom>
        </p:spPr>
        <p:txBody>
          <a:bodyPr/>
          <a:lstStyle>
            <a:lvl1pPr marL="0" indent="0" algn="l">
              <a:lnSpc>
                <a:spcPct val="125000"/>
              </a:lnSpc>
              <a:spcBef>
                <a:spcPts val="0"/>
              </a:spcBef>
              <a:buNone/>
              <a:defRPr sz="1400" spc="100" baseline="0">
                <a:solidFill>
                  <a:schemeClr val="accent6">
                    <a:lumMod val="10000"/>
                    <a:lumOff val="9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0" name="Text Placeholder 15">
            <a:extLst>
              <a:ext uri="{FF2B5EF4-FFF2-40B4-BE49-F238E27FC236}">
                <a16:creationId xmlns:a16="http://schemas.microsoft.com/office/drawing/2014/main" id="{1411AFC0-5C52-4C0E-AD29-3DFFD3039CEC}"/>
              </a:ext>
            </a:extLst>
          </p:cNvPr>
          <p:cNvSpPr>
            <a:spLocks noGrp="1"/>
          </p:cNvSpPr>
          <p:nvPr>
            <p:ph type="body" sz="quarter" idx="14" hasCustomPrompt="1"/>
          </p:nvPr>
        </p:nvSpPr>
        <p:spPr>
          <a:xfrm>
            <a:off x="838199" y="1766051"/>
            <a:ext cx="4386945" cy="464399"/>
          </a:xfrm>
          <a:prstGeom prst="rect">
            <a:avLst/>
          </a:prstGeom>
        </p:spPr>
        <p:txBody>
          <a:bodyPr anchor="t"/>
          <a:lstStyle>
            <a:lvl1pPr marL="0" indent="0" algn="l">
              <a:buNone/>
              <a:defRPr sz="1400" cap="all" spc="200" baseline="0">
                <a:solidFill>
                  <a:schemeClr val="bg1"/>
                </a:solidFill>
                <a:latin typeface="+mj-lt"/>
              </a:defRPr>
            </a:lvl1pPr>
          </a:lstStyle>
          <a:p>
            <a:pPr lvl="0"/>
            <a:r>
              <a:rPr lang="en-US"/>
              <a:t>Click to add subtitle</a:t>
            </a:r>
          </a:p>
        </p:txBody>
      </p:sp>
      <p:sp>
        <p:nvSpPr>
          <p:cNvPr id="11" name="Title 1">
            <a:extLst>
              <a:ext uri="{FF2B5EF4-FFF2-40B4-BE49-F238E27FC236}">
                <a16:creationId xmlns:a16="http://schemas.microsoft.com/office/drawing/2014/main" id="{42010AEB-C0FD-48C8-A1FA-1BD96B6A548E}"/>
              </a:ext>
            </a:extLst>
          </p:cNvPr>
          <p:cNvSpPr>
            <a:spLocks noGrp="1"/>
          </p:cNvSpPr>
          <p:nvPr>
            <p:ph type="ctrTitle" hasCustomPrompt="1"/>
          </p:nvPr>
        </p:nvSpPr>
        <p:spPr>
          <a:xfrm>
            <a:off x="838200" y="722217"/>
            <a:ext cx="4386945" cy="639955"/>
          </a:xfrm>
          <a:prstGeom prst="rect">
            <a:avLst/>
          </a:prstGeom>
        </p:spPr>
        <p:txBody>
          <a:bodyPr anchor="ctr"/>
          <a:lstStyle>
            <a:lvl1pPr algn="l">
              <a:defRPr sz="2200" cap="all" spc="200" baseline="0">
                <a:solidFill>
                  <a:schemeClr val="bg1">
                    <a:lumMod val="95000"/>
                  </a:schemeClr>
                </a:solidFill>
                <a:latin typeface="+mj-lt"/>
              </a:defRPr>
            </a:lvl1pPr>
          </a:lstStyle>
          <a:p>
            <a:r>
              <a:rPr lang="en-US"/>
              <a:t>Click to add title</a:t>
            </a:r>
          </a:p>
        </p:txBody>
      </p:sp>
      <p:sp>
        <p:nvSpPr>
          <p:cNvPr id="15" name="Text Placeholder 15">
            <a:extLst>
              <a:ext uri="{FF2B5EF4-FFF2-40B4-BE49-F238E27FC236}">
                <a16:creationId xmlns:a16="http://schemas.microsoft.com/office/drawing/2014/main" id="{8B45D3B9-84F4-4A17-9D4D-8CBE603A1433}"/>
              </a:ext>
            </a:extLst>
          </p:cNvPr>
          <p:cNvSpPr>
            <a:spLocks noGrp="1"/>
          </p:cNvSpPr>
          <p:nvPr>
            <p:ph type="body" sz="quarter" idx="15" hasCustomPrompt="1"/>
          </p:nvPr>
        </p:nvSpPr>
        <p:spPr>
          <a:xfrm>
            <a:off x="838199" y="3199611"/>
            <a:ext cx="4386945" cy="464399"/>
          </a:xfrm>
          <a:prstGeom prst="rect">
            <a:avLst/>
          </a:prstGeom>
        </p:spPr>
        <p:txBody>
          <a:bodyPr anchor="t"/>
          <a:lstStyle>
            <a:lvl1pPr marL="0" indent="0" algn="l">
              <a:buNone/>
              <a:defRPr sz="1400" cap="all" spc="200" baseline="0">
                <a:solidFill>
                  <a:schemeClr val="bg1"/>
                </a:solidFill>
                <a:latin typeface="+mj-lt"/>
              </a:defRPr>
            </a:lvl1pPr>
          </a:lstStyle>
          <a:p>
            <a:pPr lvl="0"/>
            <a:r>
              <a:rPr lang="en-US"/>
              <a:t>Click to add subtitle</a:t>
            </a:r>
          </a:p>
        </p:txBody>
      </p:sp>
      <p:sp>
        <p:nvSpPr>
          <p:cNvPr id="18" name="Text Placeholder 17">
            <a:extLst>
              <a:ext uri="{FF2B5EF4-FFF2-40B4-BE49-F238E27FC236}">
                <a16:creationId xmlns:a16="http://schemas.microsoft.com/office/drawing/2014/main" id="{27A1B57C-13D8-4BB6-9D45-D83EB1BD6657}"/>
              </a:ext>
            </a:extLst>
          </p:cNvPr>
          <p:cNvSpPr>
            <a:spLocks noGrp="1"/>
          </p:cNvSpPr>
          <p:nvPr>
            <p:ph type="body" sz="quarter" idx="16" hasCustomPrompt="1"/>
          </p:nvPr>
        </p:nvSpPr>
        <p:spPr>
          <a:xfrm>
            <a:off x="838200" y="3512803"/>
            <a:ext cx="4386758" cy="1006475"/>
          </a:xfrm>
          <a:prstGeom prst="rect">
            <a:avLst/>
          </a:prstGeom>
        </p:spPr>
        <p:txBody>
          <a:bodyPr/>
          <a:lstStyle>
            <a:lvl1pPr marL="0" indent="0">
              <a:lnSpc>
                <a:spcPct val="125000"/>
              </a:lnSpc>
              <a:spcBef>
                <a:spcPts val="0"/>
              </a:spcBef>
              <a:buNone/>
              <a:defRPr sz="1400" spc="100" baseline="0">
                <a:solidFill>
                  <a:schemeClr val="bg1"/>
                </a:solidFill>
              </a:defRPr>
            </a:lvl1pPr>
          </a:lstStyle>
          <a:p>
            <a:r>
              <a:rPr lang="en-US"/>
              <a:t>Click to add text</a:t>
            </a:r>
          </a:p>
        </p:txBody>
      </p:sp>
      <p:sp>
        <p:nvSpPr>
          <p:cNvPr id="19" name="Text Placeholder 15">
            <a:extLst>
              <a:ext uri="{FF2B5EF4-FFF2-40B4-BE49-F238E27FC236}">
                <a16:creationId xmlns:a16="http://schemas.microsoft.com/office/drawing/2014/main" id="{2301C86B-1946-426F-9494-C64455A7E670}"/>
              </a:ext>
            </a:extLst>
          </p:cNvPr>
          <p:cNvSpPr>
            <a:spLocks noGrp="1"/>
          </p:cNvSpPr>
          <p:nvPr>
            <p:ph type="body" sz="quarter" idx="17" hasCustomPrompt="1"/>
          </p:nvPr>
        </p:nvSpPr>
        <p:spPr>
          <a:xfrm>
            <a:off x="837976" y="4643683"/>
            <a:ext cx="4386945" cy="464399"/>
          </a:xfrm>
          <a:prstGeom prst="rect">
            <a:avLst/>
          </a:prstGeom>
        </p:spPr>
        <p:txBody>
          <a:bodyPr anchor="t"/>
          <a:lstStyle>
            <a:lvl1pPr marL="0" indent="0" algn="l">
              <a:buNone/>
              <a:defRPr sz="1400" cap="all" spc="200" baseline="0">
                <a:solidFill>
                  <a:schemeClr val="bg1"/>
                </a:solidFill>
                <a:latin typeface="+mj-lt"/>
              </a:defRPr>
            </a:lvl1pPr>
          </a:lstStyle>
          <a:p>
            <a:pPr lvl="0"/>
            <a:r>
              <a:rPr lang="en-US"/>
              <a:t>Click to add subtitle</a:t>
            </a:r>
          </a:p>
        </p:txBody>
      </p:sp>
      <p:sp>
        <p:nvSpPr>
          <p:cNvPr id="20" name="Text Placeholder 17">
            <a:extLst>
              <a:ext uri="{FF2B5EF4-FFF2-40B4-BE49-F238E27FC236}">
                <a16:creationId xmlns:a16="http://schemas.microsoft.com/office/drawing/2014/main" id="{3BD347B5-FD69-4D61-BBDA-09FB8EF51B58}"/>
              </a:ext>
            </a:extLst>
          </p:cNvPr>
          <p:cNvSpPr>
            <a:spLocks noGrp="1"/>
          </p:cNvSpPr>
          <p:nvPr>
            <p:ph type="body" sz="quarter" idx="18" hasCustomPrompt="1"/>
          </p:nvPr>
        </p:nvSpPr>
        <p:spPr>
          <a:xfrm>
            <a:off x="837977" y="4956875"/>
            <a:ext cx="4386758" cy="1006475"/>
          </a:xfrm>
          <a:prstGeom prst="rect">
            <a:avLst/>
          </a:prstGeom>
        </p:spPr>
        <p:txBody>
          <a:bodyPr/>
          <a:lstStyle>
            <a:lvl1pPr marL="0" indent="0">
              <a:lnSpc>
                <a:spcPct val="125000"/>
              </a:lnSpc>
              <a:spcBef>
                <a:spcPts val="0"/>
              </a:spcBef>
              <a:buNone/>
              <a:defRPr sz="1400" spc="100" baseline="0">
                <a:solidFill>
                  <a:schemeClr val="bg1"/>
                </a:solidFill>
              </a:defRPr>
            </a:lvl1pPr>
          </a:lstStyle>
          <a:p>
            <a:r>
              <a:rPr lang="en-US"/>
              <a:t>Click to add text</a:t>
            </a:r>
          </a:p>
        </p:txBody>
      </p:sp>
      <p:cxnSp>
        <p:nvCxnSpPr>
          <p:cNvPr id="2" name="Straight Connector 1">
            <a:extLst>
              <a:ext uri="{FF2B5EF4-FFF2-40B4-BE49-F238E27FC236}">
                <a16:creationId xmlns:a16="http://schemas.microsoft.com/office/drawing/2014/main" id="{ACBD29BE-7E3F-457E-808D-E151E479D755}"/>
              </a:ext>
            </a:extLst>
          </p:cNvPr>
          <p:cNvCxnSpPr>
            <a:cxnSpLocks/>
          </p:cNvCxnSpPr>
          <p:nvPr userDrawn="1"/>
        </p:nvCxnSpPr>
        <p:spPr>
          <a:xfrm>
            <a:off x="590349" y="923365"/>
            <a:ext cx="0" cy="5934635"/>
          </a:xfrm>
          <a:prstGeom prst="line">
            <a:avLst/>
          </a:prstGeom>
          <a:ln>
            <a:solidFill>
              <a:schemeClr val="tx2"/>
            </a:solidFill>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2640302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Overview">
    <p:bg>
      <p:bgPr>
        <a:solidFill>
          <a:schemeClr val="accent6"/>
        </a:solidFill>
        <a:effectLst/>
      </p:bgPr>
    </p:bg>
    <p:spTree>
      <p:nvGrpSpPr>
        <p:cNvPr id="1" name=""/>
        <p:cNvGrpSpPr/>
        <p:nvPr/>
      </p:nvGrpSpPr>
      <p:grpSpPr>
        <a:xfrm>
          <a:off x="0" y="0"/>
          <a:ext cx="0" cy="0"/>
          <a:chOff x="0" y="0"/>
          <a:chExt cx="0" cy="0"/>
        </a:xfrm>
      </p:grpSpPr>
      <p:sp>
        <p:nvSpPr>
          <p:cNvPr id="18" name="Text Placeholder 4">
            <a:extLst>
              <a:ext uri="{FF2B5EF4-FFF2-40B4-BE49-F238E27FC236}">
                <a16:creationId xmlns:a16="http://schemas.microsoft.com/office/drawing/2014/main" id="{4721D2A8-92CC-4A4D-9252-1D5E72D9996D}"/>
              </a:ext>
            </a:extLst>
          </p:cNvPr>
          <p:cNvSpPr>
            <a:spLocks noGrp="1"/>
          </p:cNvSpPr>
          <p:nvPr>
            <p:ph type="body" sz="quarter" idx="26" hasCustomPrompt="1"/>
          </p:nvPr>
        </p:nvSpPr>
        <p:spPr>
          <a:xfrm>
            <a:off x="0" y="0"/>
            <a:ext cx="13879773" cy="2514600"/>
          </a:xfrm>
          <a:prstGeom prst="rect">
            <a:avLst/>
          </a:prstGeom>
        </p:spPr>
        <p:txBody>
          <a:bodyPr/>
          <a:lstStyle>
            <a:lvl1pPr marL="0" indent="0" algn="r">
              <a:lnSpc>
                <a:spcPct val="40000"/>
              </a:lnSpc>
              <a:spcBef>
                <a:spcPts val="0"/>
              </a:spcBef>
              <a:buNone/>
              <a:defRPr sz="50000" baseline="0">
                <a:solidFill>
                  <a:schemeClr val="bg1">
                    <a:alpha val="8000"/>
                  </a:schemeClr>
                </a:solidFill>
                <a:latin typeface="Kunstler Script" panose="030304020206070D0D06" pitchFamily="66" charset="0"/>
              </a:defRPr>
            </a:lvl1pPr>
          </a:lstStyle>
          <a:p>
            <a:r>
              <a:rPr lang="en-US" dirty="0"/>
              <a:t>Market</a:t>
            </a:r>
          </a:p>
        </p:txBody>
      </p:sp>
      <p:sp>
        <p:nvSpPr>
          <p:cNvPr id="5" name="Date Placeholder 4">
            <a:extLst>
              <a:ext uri="{FF2B5EF4-FFF2-40B4-BE49-F238E27FC236}">
                <a16:creationId xmlns:a16="http://schemas.microsoft.com/office/drawing/2014/main" id="{D4D09877-9D5E-4728-9E1B-F801C727CDBA}"/>
              </a:ext>
            </a:extLst>
          </p:cNvPr>
          <p:cNvSpPr>
            <a:spLocks noGrp="1"/>
          </p:cNvSpPr>
          <p:nvPr>
            <p:ph type="dt" sz="half" idx="10"/>
          </p:nvPr>
        </p:nvSpPr>
        <p:spPr/>
        <p:txBody>
          <a:bodyPr/>
          <a:lstStyle>
            <a:lvl1pPr>
              <a:defRPr>
                <a:solidFill>
                  <a:schemeClr val="accent6">
                    <a:lumMod val="25000"/>
                    <a:lumOff val="75000"/>
                  </a:schemeClr>
                </a:solidFill>
              </a:defRPr>
            </a:lvl1pPr>
          </a:lstStyle>
          <a:p>
            <a:r>
              <a:rPr lang="en-US" dirty="0"/>
              <a:t>8/03/20XX</a:t>
            </a:r>
          </a:p>
        </p:txBody>
      </p:sp>
      <p:sp>
        <p:nvSpPr>
          <p:cNvPr id="6" name="Footer Placeholder 5">
            <a:extLst>
              <a:ext uri="{FF2B5EF4-FFF2-40B4-BE49-F238E27FC236}">
                <a16:creationId xmlns:a16="http://schemas.microsoft.com/office/drawing/2014/main" id="{3435AAD1-49C3-459F-8752-6773813AA19E}"/>
              </a:ext>
            </a:extLst>
          </p:cNvPr>
          <p:cNvSpPr>
            <a:spLocks noGrp="1"/>
          </p:cNvSpPr>
          <p:nvPr>
            <p:ph type="ftr" sz="quarter" idx="11"/>
          </p:nvPr>
        </p:nvSpPr>
        <p:spPr/>
        <p:txBody>
          <a:bodyPr/>
          <a:lstStyle>
            <a:lvl1pPr>
              <a:defRPr>
                <a:solidFill>
                  <a:schemeClr val="accent6">
                    <a:lumMod val="25000"/>
                    <a:lumOff val="75000"/>
                  </a:schemeClr>
                </a:solidFill>
              </a:defRPr>
            </a:lvl1pPr>
          </a:lstStyle>
          <a:p>
            <a:r>
              <a:rPr lang="en-US" dirty="0"/>
              <a:t>PITCH DECK</a:t>
            </a:r>
          </a:p>
        </p:txBody>
      </p:sp>
      <p:sp>
        <p:nvSpPr>
          <p:cNvPr id="7" name="Slide Number Placeholder 6">
            <a:extLst>
              <a:ext uri="{FF2B5EF4-FFF2-40B4-BE49-F238E27FC236}">
                <a16:creationId xmlns:a16="http://schemas.microsoft.com/office/drawing/2014/main" id="{D0DC1F07-5ADF-4FA1-890D-55E05685BDA8}"/>
              </a:ext>
            </a:extLst>
          </p:cNvPr>
          <p:cNvSpPr>
            <a:spLocks noGrp="1"/>
          </p:cNvSpPr>
          <p:nvPr>
            <p:ph type="sldNum" sz="quarter" idx="12"/>
          </p:nvPr>
        </p:nvSpPr>
        <p:spPr/>
        <p:txBody>
          <a:bodyPr/>
          <a:lstStyle>
            <a:lvl1pPr>
              <a:defRPr>
                <a:solidFill>
                  <a:schemeClr val="accent6">
                    <a:lumMod val="25000"/>
                    <a:lumOff val="75000"/>
                  </a:schemeClr>
                </a:solidFill>
              </a:defRPr>
            </a:lvl1pPr>
          </a:lstStyle>
          <a:p>
            <a:fld id="{4F6357DA-28E9-40D3-918C-4D14E8263D81}" type="slidenum">
              <a:rPr lang="en-US" smtClean="0"/>
              <a:pPr/>
              <a:t>‹#›</a:t>
            </a:fld>
            <a:endParaRPr lang="en-US" dirty="0"/>
          </a:p>
        </p:txBody>
      </p:sp>
      <p:sp>
        <p:nvSpPr>
          <p:cNvPr id="8" name="Title 1">
            <a:extLst>
              <a:ext uri="{FF2B5EF4-FFF2-40B4-BE49-F238E27FC236}">
                <a16:creationId xmlns:a16="http://schemas.microsoft.com/office/drawing/2014/main" id="{5E430114-0FFE-44D3-9D11-77F649F9B108}"/>
              </a:ext>
            </a:extLst>
          </p:cNvPr>
          <p:cNvSpPr>
            <a:spLocks noGrp="1"/>
          </p:cNvSpPr>
          <p:nvPr>
            <p:ph type="ctrTitle" hasCustomPrompt="1"/>
          </p:nvPr>
        </p:nvSpPr>
        <p:spPr>
          <a:xfrm>
            <a:off x="7075483" y="1941509"/>
            <a:ext cx="4386945" cy="639955"/>
          </a:xfrm>
          <a:prstGeom prst="rect">
            <a:avLst/>
          </a:prstGeom>
        </p:spPr>
        <p:txBody>
          <a:bodyPr anchor="ctr"/>
          <a:lstStyle>
            <a:lvl1pPr algn="r">
              <a:defRPr sz="2200" cap="all" spc="200" baseline="0">
                <a:solidFill>
                  <a:schemeClr val="bg1"/>
                </a:solidFill>
                <a:latin typeface="+mj-lt"/>
              </a:defRPr>
            </a:lvl1pPr>
          </a:lstStyle>
          <a:p>
            <a:r>
              <a:rPr lang="en-US"/>
              <a:t>Click to add title</a:t>
            </a:r>
          </a:p>
        </p:txBody>
      </p:sp>
      <p:sp>
        <p:nvSpPr>
          <p:cNvPr id="9" name="Text Placeholder 14">
            <a:extLst>
              <a:ext uri="{FF2B5EF4-FFF2-40B4-BE49-F238E27FC236}">
                <a16:creationId xmlns:a16="http://schemas.microsoft.com/office/drawing/2014/main" id="{4A448A10-6C5A-42B4-AFD7-DF6DD58F0737}"/>
              </a:ext>
            </a:extLst>
          </p:cNvPr>
          <p:cNvSpPr>
            <a:spLocks noGrp="1"/>
          </p:cNvSpPr>
          <p:nvPr>
            <p:ph type="body" sz="quarter" idx="20" hasCustomPrompt="1"/>
          </p:nvPr>
        </p:nvSpPr>
        <p:spPr>
          <a:xfrm>
            <a:off x="860223" y="4076963"/>
            <a:ext cx="2834640" cy="1151633"/>
          </a:xfrm>
          <a:prstGeom prst="rect">
            <a:avLst/>
          </a:prstGeom>
        </p:spPr>
        <p:txBody>
          <a:bodyPr anchor="t"/>
          <a:lstStyle>
            <a:lvl1pPr marL="0" indent="0" algn="r">
              <a:lnSpc>
                <a:spcPct val="150000"/>
              </a:lnSpc>
              <a:spcBef>
                <a:spcPts val="0"/>
              </a:spcBef>
              <a:buClr>
                <a:schemeClr val="accent6"/>
              </a:buClr>
              <a:buFont typeface="Courier New" panose="02070309020205020404" pitchFamily="49" charset="0"/>
              <a:buNone/>
              <a:defRPr sz="1400" cap="none" spc="100" baseline="0">
                <a:solidFill>
                  <a:schemeClr val="bg1"/>
                </a:solidFill>
                <a:latin typeface="+mn-lt"/>
              </a:defRPr>
            </a:lvl1pPr>
          </a:lstStyle>
          <a:p>
            <a:pPr lvl="0"/>
            <a:r>
              <a:rPr lang="en-US"/>
              <a:t>Add text here</a:t>
            </a:r>
          </a:p>
        </p:txBody>
      </p:sp>
      <p:sp>
        <p:nvSpPr>
          <p:cNvPr id="10" name="Text Placeholder 10">
            <a:extLst>
              <a:ext uri="{FF2B5EF4-FFF2-40B4-BE49-F238E27FC236}">
                <a16:creationId xmlns:a16="http://schemas.microsoft.com/office/drawing/2014/main" id="{6D1B0E05-9C40-4BB7-B07F-D8FD6B11F6AF}"/>
              </a:ext>
            </a:extLst>
          </p:cNvPr>
          <p:cNvSpPr>
            <a:spLocks noGrp="1"/>
          </p:cNvSpPr>
          <p:nvPr>
            <p:ph type="body" sz="quarter" idx="14" hasCustomPrompt="1"/>
          </p:nvPr>
        </p:nvSpPr>
        <p:spPr>
          <a:xfrm>
            <a:off x="1070773" y="2806964"/>
            <a:ext cx="2693128" cy="991689"/>
          </a:xfrm>
          <a:prstGeom prst="rect">
            <a:avLst/>
          </a:prstGeom>
        </p:spPr>
        <p:txBody>
          <a:bodyPr anchor="b"/>
          <a:lstStyle>
            <a:lvl1pPr marL="0" indent="0" algn="r">
              <a:buNone/>
              <a:defRPr sz="4000" kern="0" cap="all" spc="400" baseline="0">
                <a:solidFill>
                  <a:schemeClr val="tx2"/>
                </a:solidFill>
                <a:latin typeface="+mj-lt"/>
              </a:defRPr>
            </a:lvl1pPr>
          </a:lstStyle>
          <a:p>
            <a:pPr lvl="0"/>
            <a:r>
              <a:rPr lang="en-US"/>
              <a:t>Add title</a:t>
            </a:r>
          </a:p>
        </p:txBody>
      </p:sp>
      <p:sp>
        <p:nvSpPr>
          <p:cNvPr id="11" name="Text Placeholder 14">
            <a:extLst>
              <a:ext uri="{FF2B5EF4-FFF2-40B4-BE49-F238E27FC236}">
                <a16:creationId xmlns:a16="http://schemas.microsoft.com/office/drawing/2014/main" id="{FF94E508-0A60-413A-9DE0-DE8BDEC1FC2E}"/>
              </a:ext>
            </a:extLst>
          </p:cNvPr>
          <p:cNvSpPr>
            <a:spLocks noGrp="1"/>
          </p:cNvSpPr>
          <p:nvPr>
            <p:ph type="body" sz="quarter" idx="21" hasCustomPrompt="1"/>
          </p:nvPr>
        </p:nvSpPr>
        <p:spPr>
          <a:xfrm>
            <a:off x="4728372" y="4076963"/>
            <a:ext cx="2833338" cy="1151633"/>
          </a:xfrm>
          <a:prstGeom prst="rect">
            <a:avLst/>
          </a:prstGeom>
        </p:spPr>
        <p:txBody>
          <a:bodyPr anchor="t"/>
          <a:lstStyle>
            <a:lvl1pPr marL="0" indent="0" algn="r">
              <a:lnSpc>
                <a:spcPct val="150000"/>
              </a:lnSpc>
              <a:spcBef>
                <a:spcPts val="0"/>
              </a:spcBef>
              <a:buClr>
                <a:schemeClr val="accent6"/>
              </a:buClr>
              <a:buFont typeface="Courier New" panose="02070309020205020404" pitchFamily="49" charset="0"/>
              <a:buNone/>
              <a:defRPr sz="1400" cap="none" spc="100" baseline="0">
                <a:solidFill>
                  <a:schemeClr val="bg1"/>
                </a:solidFill>
                <a:latin typeface="+mn-lt"/>
              </a:defRPr>
            </a:lvl1pPr>
          </a:lstStyle>
          <a:p>
            <a:pPr lvl="0"/>
            <a:r>
              <a:rPr lang="en-US"/>
              <a:t>Add text here</a:t>
            </a:r>
          </a:p>
        </p:txBody>
      </p:sp>
      <p:sp>
        <p:nvSpPr>
          <p:cNvPr id="12" name="Text Placeholder 14">
            <a:extLst>
              <a:ext uri="{FF2B5EF4-FFF2-40B4-BE49-F238E27FC236}">
                <a16:creationId xmlns:a16="http://schemas.microsoft.com/office/drawing/2014/main" id="{3A34A8A7-647E-4685-A99B-1177931A13C7}"/>
              </a:ext>
            </a:extLst>
          </p:cNvPr>
          <p:cNvSpPr>
            <a:spLocks noGrp="1"/>
          </p:cNvSpPr>
          <p:nvPr>
            <p:ph type="body" sz="quarter" idx="23" hasCustomPrompt="1"/>
          </p:nvPr>
        </p:nvSpPr>
        <p:spPr>
          <a:xfrm>
            <a:off x="8595219" y="4076963"/>
            <a:ext cx="2833339" cy="1151633"/>
          </a:xfrm>
          <a:prstGeom prst="rect">
            <a:avLst/>
          </a:prstGeom>
        </p:spPr>
        <p:txBody>
          <a:bodyPr anchor="t"/>
          <a:lstStyle>
            <a:lvl1pPr marL="0" indent="0" algn="r">
              <a:lnSpc>
                <a:spcPct val="150000"/>
              </a:lnSpc>
              <a:spcBef>
                <a:spcPts val="0"/>
              </a:spcBef>
              <a:buClr>
                <a:schemeClr val="accent6"/>
              </a:buClr>
              <a:buFont typeface="Courier New" panose="02070309020205020404" pitchFamily="49" charset="0"/>
              <a:buNone/>
              <a:defRPr sz="1400" cap="none" spc="100" baseline="0">
                <a:solidFill>
                  <a:schemeClr val="bg1"/>
                </a:solidFill>
                <a:latin typeface="+mn-lt"/>
              </a:defRPr>
            </a:lvl1pPr>
          </a:lstStyle>
          <a:p>
            <a:pPr lvl="0"/>
            <a:r>
              <a:rPr lang="en-US"/>
              <a:t>Add text here</a:t>
            </a:r>
          </a:p>
        </p:txBody>
      </p:sp>
      <p:cxnSp>
        <p:nvCxnSpPr>
          <p:cNvPr id="13" name="Straight Connector 12">
            <a:extLst>
              <a:ext uri="{FF2B5EF4-FFF2-40B4-BE49-F238E27FC236}">
                <a16:creationId xmlns:a16="http://schemas.microsoft.com/office/drawing/2014/main" id="{FCECDC73-A31B-4C94-AE4B-BDC32D94F1EA}"/>
              </a:ext>
            </a:extLst>
          </p:cNvPr>
          <p:cNvCxnSpPr>
            <a:cxnSpLocks/>
          </p:cNvCxnSpPr>
          <p:nvPr userDrawn="1"/>
        </p:nvCxnSpPr>
        <p:spPr>
          <a:xfrm>
            <a:off x="860223" y="3939883"/>
            <a:ext cx="290367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Text Placeholder 10">
            <a:extLst>
              <a:ext uri="{FF2B5EF4-FFF2-40B4-BE49-F238E27FC236}">
                <a16:creationId xmlns:a16="http://schemas.microsoft.com/office/drawing/2014/main" id="{DD83A920-6634-4731-94D5-4186C82C6A93}"/>
              </a:ext>
            </a:extLst>
          </p:cNvPr>
          <p:cNvSpPr>
            <a:spLocks noGrp="1"/>
          </p:cNvSpPr>
          <p:nvPr>
            <p:ph type="body" sz="quarter" idx="24" hasCustomPrompt="1"/>
          </p:nvPr>
        </p:nvSpPr>
        <p:spPr>
          <a:xfrm>
            <a:off x="4937619" y="2806964"/>
            <a:ext cx="2693128" cy="991689"/>
          </a:xfrm>
          <a:prstGeom prst="rect">
            <a:avLst/>
          </a:prstGeom>
        </p:spPr>
        <p:txBody>
          <a:bodyPr anchor="b"/>
          <a:lstStyle>
            <a:lvl1pPr marL="0" indent="0" algn="r">
              <a:buNone/>
              <a:defRPr sz="4000" kern="0" cap="all" spc="400" baseline="0">
                <a:solidFill>
                  <a:schemeClr val="tx2"/>
                </a:solidFill>
                <a:latin typeface="+mj-lt"/>
              </a:defRPr>
            </a:lvl1pPr>
          </a:lstStyle>
          <a:p>
            <a:pPr lvl="0"/>
            <a:r>
              <a:rPr lang="en-US"/>
              <a:t>Add title</a:t>
            </a:r>
          </a:p>
        </p:txBody>
      </p:sp>
      <p:sp>
        <p:nvSpPr>
          <p:cNvPr id="15" name="Text Placeholder 10">
            <a:extLst>
              <a:ext uri="{FF2B5EF4-FFF2-40B4-BE49-F238E27FC236}">
                <a16:creationId xmlns:a16="http://schemas.microsoft.com/office/drawing/2014/main" id="{16592B16-F73C-4572-ACB3-FBB03EE7EE7F}"/>
              </a:ext>
            </a:extLst>
          </p:cNvPr>
          <p:cNvSpPr>
            <a:spLocks noGrp="1"/>
          </p:cNvSpPr>
          <p:nvPr>
            <p:ph type="body" sz="quarter" idx="25" hasCustomPrompt="1"/>
          </p:nvPr>
        </p:nvSpPr>
        <p:spPr>
          <a:xfrm>
            <a:off x="8804467" y="2806964"/>
            <a:ext cx="2693128" cy="991689"/>
          </a:xfrm>
          <a:prstGeom prst="rect">
            <a:avLst/>
          </a:prstGeom>
        </p:spPr>
        <p:txBody>
          <a:bodyPr anchor="b"/>
          <a:lstStyle>
            <a:lvl1pPr marL="0" indent="0" algn="r">
              <a:buNone/>
              <a:defRPr sz="4000" kern="0" cap="all" spc="400" baseline="0">
                <a:solidFill>
                  <a:schemeClr val="tx2"/>
                </a:solidFill>
                <a:latin typeface="+mj-lt"/>
              </a:defRPr>
            </a:lvl1pPr>
          </a:lstStyle>
          <a:p>
            <a:pPr lvl="0"/>
            <a:r>
              <a:rPr lang="en-US"/>
              <a:t>Add title</a:t>
            </a:r>
          </a:p>
        </p:txBody>
      </p:sp>
      <p:cxnSp>
        <p:nvCxnSpPr>
          <p:cNvPr id="27" name="Straight Connector 26">
            <a:extLst>
              <a:ext uri="{FF2B5EF4-FFF2-40B4-BE49-F238E27FC236}">
                <a16:creationId xmlns:a16="http://schemas.microsoft.com/office/drawing/2014/main" id="{E8685373-D021-44D0-B9F5-DD46F7C2EACA}"/>
              </a:ext>
            </a:extLst>
          </p:cNvPr>
          <p:cNvCxnSpPr>
            <a:cxnSpLocks/>
          </p:cNvCxnSpPr>
          <p:nvPr userDrawn="1"/>
        </p:nvCxnSpPr>
        <p:spPr>
          <a:xfrm>
            <a:off x="8593917" y="3939883"/>
            <a:ext cx="274111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6020995-72BD-4944-B899-E6DA4064D131}"/>
              </a:ext>
            </a:extLst>
          </p:cNvPr>
          <p:cNvCxnSpPr>
            <a:cxnSpLocks/>
          </p:cNvCxnSpPr>
          <p:nvPr userDrawn="1"/>
        </p:nvCxnSpPr>
        <p:spPr>
          <a:xfrm>
            <a:off x="4727069" y="3939883"/>
            <a:ext cx="290367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C0C8E87B-2B7F-4A86-8EE0-6B1F9CDB72CD}"/>
              </a:ext>
            </a:extLst>
          </p:cNvPr>
          <p:cNvCxnSpPr>
            <a:cxnSpLocks/>
          </p:cNvCxnSpPr>
          <p:nvPr userDrawn="1"/>
        </p:nvCxnSpPr>
        <p:spPr>
          <a:xfrm>
            <a:off x="8593917" y="3939883"/>
            <a:ext cx="290367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0009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bg1">
            <a:lumMod val="50000"/>
          </a:schemeClr>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59927B5-CD76-4CF2-9218-21B4ABE3CED9}"/>
              </a:ext>
            </a:extLst>
          </p:cNvPr>
          <p:cNvSpPr>
            <a:spLocks noGrp="1"/>
          </p:cNvSpPr>
          <p:nvPr>
            <p:ph type="dt" sz="half" idx="10"/>
          </p:nvPr>
        </p:nvSpPr>
        <p:spPr/>
        <p:txBody>
          <a:bodyPr/>
          <a:lstStyle>
            <a:lvl1pPr>
              <a:defRPr>
                <a:solidFill>
                  <a:schemeClr val="bg1"/>
                </a:solidFill>
              </a:defRPr>
            </a:lvl1pPr>
          </a:lstStyle>
          <a:p>
            <a:r>
              <a:rPr lang="en-US" dirty="0"/>
              <a:t>8/03/20XX</a:t>
            </a:r>
          </a:p>
        </p:txBody>
      </p:sp>
      <p:sp>
        <p:nvSpPr>
          <p:cNvPr id="5" name="Footer Placeholder 4">
            <a:extLst>
              <a:ext uri="{FF2B5EF4-FFF2-40B4-BE49-F238E27FC236}">
                <a16:creationId xmlns:a16="http://schemas.microsoft.com/office/drawing/2014/main" id="{89DE09AE-94B2-4BFF-BDCE-0B4930D63674}"/>
              </a:ext>
            </a:extLst>
          </p:cNvPr>
          <p:cNvSpPr>
            <a:spLocks noGrp="1"/>
          </p:cNvSpPr>
          <p:nvPr>
            <p:ph type="ftr" sz="quarter" idx="11"/>
          </p:nvPr>
        </p:nvSpPr>
        <p:spPr/>
        <p:txBody>
          <a:bodyPr/>
          <a:lstStyle>
            <a:lvl1pPr>
              <a:defRPr>
                <a:solidFill>
                  <a:schemeClr val="bg1"/>
                </a:solidFill>
              </a:defRPr>
            </a:lvl1pPr>
          </a:lstStyle>
          <a:p>
            <a:r>
              <a:rPr lang="en-US" dirty="0"/>
              <a:t>PITCH DECK</a:t>
            </a:r>
          </a:p>
        </p:txBody>
      </p:sp>
      <p:sp>
        <p:nvSpPr>
          <p:cNvPr id="6" name="Slide Number Placeholder 5">
            <a:extLst>
              <a:ext uri="{FF2B5EF4-FFF2-40B4-BE49-F238E27FC236}">
                <a16:creationId xmlns:a16="http://schemas.microsoft.com/office/drawing/2014/main" id="{6F7DB683-0E38-45C3-A062-8642CC4CC8AF}"/>
              </a:ext>
            </a:extLst>
          </p:cNvPr>
          <p:cNvSpPr>
            <a:spLocks noGrp="1"/>
          </p:cNvSpPr>
          <p:nvPr>
            <p:ph type="sldNum" sz="quarter" idx="12"/>
          </p:nvPr>
        </p:nvSpPr>
        <p:spPr/>
        <p:txBody>
          <a:bodyPr/>
          <a:lstStyle>
            <a:lvl1pPr>
              <a:defRPr>
                <a:solidFill>
                  <a:schemeClr val="bg1"/>
                </a:solidFill>
              </a:defRPr>
            </a:lvl1pPr>
          </a:lstStyle>
          <a:p>
            <a:fld id="{4F6357DA-28E9-40D3-918C-4D14E8263D81}" type="slidenum">
              <a:rPr lang="en-US" smtClean="0"/>
              <a:pPr/>
              <a:t>‹#›</a:t>
            </a:fld>
            <a:endParaRPr lang="en-US" dirty="0"/>
          </a:p>
        </p:txBody>
      </p:sp>
      <p:sp>
        <p:nvSpPr>
          <p:cNvPr id="11" name="Text Placeholder 10">
            <a:extLst>
              <a:ext uri="{FF2B5EF4-FFF2-40B4-BE49-F238E27FC236}">
                <a16:creationId xmlns:a16="http://schemas.microsoft.com/office/drawing/2014/main" id="{B3A9F833-D729-4A7C-AE1F-BAAF1214BA7E}"/>
              </a:ext>
            </a:extLst>
          </p:cNvPr>
          <p:cNvSpPr>
            <a:spLocks noGrp="1"/>
          </p:cNvSpPr>
          <p:nvPr>
            <p:ph type="body" sz="quarter" idx="13" hasCustomPrompt="1"/>
          </p:nvPr>
        </p:nvSpPr>
        <p:spPr>
          <a:xfrm>
            <a:off x="838200" y="4428271"/>
            <a:ext cx="2939143" cy="469089"/>
          </a:xfrm>
          <a:prstGeom prst="rect">
            <a:avLst/>
          </a:prstGeom>
        </p:spPr>
        <p:txBody>
          <a:bodyPr anchor="t"/>
          <a:lstStyle>
            <a:lvl1pPr marL="0" indent="0" algn="ctr">
              <a:lnSpc>
                <a:spcPct val="125000"/>
              </a:lnSpc>
              <a:spcBef>
                <a:spcPts val="0"/>
              </a:spcBef>
              <a:buNone/>
              <a:defRPr sz="1400" cap="all" spc="100" baseline="0">
                <a:solidFill>
                  <a:schemeClr val="bg1"/>
                </a:solidFill>
                <a:latin typeface="+mj-lt"/>
              </a:defRPr>
            </a:lvl1pPr>
          </a:lstStyle>
          <a:p>
            <a:pPr lvl="0"/>
            <a:r>
              <a:rPr lang="en-US"/>
              <a:t>Click to add text</a:t>
            </a:r>
          </a:p>
        </p:txBody>
      </p:sp>
      <p:sp>
        <p:nvSpPr>
          <p:cNvPr id="13" name="Text Placeholder 10">
            <a:extLst>
              <a:ext uri="{FF2B5EF4-FFF2-40B4-BE49-F238E27FC236}">
                <a16:creationId xmlns:a16="http://schemas.microsoft.com/office/drawing/2014/main" id="{D914E175-8C78-40BB-9962-8A85F2F0E41A}"/>
              </a:ext>
            </a:extLst>
          </p:cNvPr>
          <p:cNvSpPr>
            <a:spLocks noGrp="1"/>
          </p:cNvSpPr>
          <p:nvPr>
            <p:ph type="body" sz="quarter" idx="17" hasCustomPrompt="1"/>
          </p:nvPr>
        </p:nvSpPr>
        <p:spPr>
          <a:xfrm>
            <a:off x="838200" y="4753993"/>
            <a:ext cx="2939143" cy="469089"/>
          </a:xfrm>
          <a:prstGeom prst="rect">
            <a:avLst/>
          </a:prstGeom>
        </p:spPr>
        <p:txBody>
          <a:bodyPr anchor="t"/>
          <a:lstStyle>
            <a:lvl1pPr marL="0" indent="0" algn="ctr">
              <a:lnSpc>
                <a:spcPct val="125000"/>
              </a:lnSpc>
              <a:spcBef>
                <a:spcPts val="0"/>
              </a:spcBef>
              <a:buNone/>
              <a:defRPr sz="1200" cap="none" spc="100" baseline="0">
                <a:solidFill>
                  <a:schemeClr val="bg1"/>
                </a:solidFill>
                <a:latin typeface="+mn-lt"/>
              </a:defRPr>
            </a:lvl1pPr>
          </a:lstStyle>
          <a:p>
            <a:pPr lvl="0"/>
            <a:r>
              <a:rPr lang="en-US"/>
              <a:t>Click to add text</a:t>
            </a:r>
          </a:p>
        </p:txBody>
      </p:sp>
      <p:sp>
        <p:nvSpPr>
          <p:cNvPr id="14" name="Text Placeholder 10">
            <a:extLst>
              <a:ext uri="{FF2B5EF4-FFF2-40B4-BE49-F238E27FC236}">
                <a16:creationId xmlns:a16="http://schemas.microsoft.com/office/drawing/2014/main" id="{13F63585-E36E-41A6-95F2-CD2BE2D6559D}"/>
              </a:ext>
            </a:extLst>
          </p:cNvPr>
          <p:cNvSpPr>
            <a:spLocks noGrp="1"/>
          </p:cNvSpPr>
          <p:nvPr>
            <p:ph type="body" sz="quarter" idx="18" hasCustomPrompt="1"/>
          </p:nvPr>
        </p:nvSpPr>
        <p:spPr>
          <a:xfrm>
            <a:off x="4626428" y="4428271"/>
            <a:ext cx="2939143" cy="469089"/>
          </a:xfrm>
          <a:prstGeom prst="rect">
            <a:avLst/>
          </a:prstGeom>
        </p:spPr>
        <p:txBody>
          <a:bodyPr anchor="t"/>
          <a:lstStyle>
            <a:lvl1pPr marL="0" indent="0" algn="ctr">
              <a:lnSpc>
                <a:spcPct val="125000"/>
              </a:lnSpc>
              <a:spcBef>
                <a:spcPts val="0"/>
              </a:spcBef>
              <a:buNone/>
              <a:defRPr sz="1400" cap="all" spc="100" baseline="0">
                <a:solidFill>
                  <a:schemeClr val="bg1"/>
                </a:solidFill>
                <a:latin typeface="+mj-lt"/>
              </a:defRPr>
            </a:lvl1pPr>
          </a:lstStyle>
          <a:p>
            <a:pPr lvl="0"/>
            <a:r>
              <a:rPr lang="en-US"/>
              <a:t>Click to add text</a:t>
            </a:r>
          </a:p>
        </p:txBody>
      </p:sp>
      <p:sp>
        <p:nvSpPr>
          <p:cNvPr id="16" name="Text Placeholder 10">
            <a:extLst>
              <a:ext uri="{FF2B5EF4-FFF2-40B4-BE49-F238E27FC236}">
                <a16:creationId xmlns:a16="http://schemas.microsoft.com/office/drawing/2014/main" id="{10FF23F7-3892-471E-AFA1-0D8BE8F43FB8}"/>
              </a:ext>
            </a:extLst>
          </p:cNvPr>
          <p:cNvSpPr>
            <a:spLocks noGrp="1"/>
          </p:cNvSpPr>
          <p:nvPr>
            <p:ph type="body" sz="quarter" idx="20" hasCustomPrompt="1"/>
          </p:nvPr>
        </p:nvSpPr>
        <p:spPr>
          <a:xfrm>
            <a:off x="4626428" y="4753993"/>
            <a:ext cx="2939143" cy="469089"/>
          </a:xfrm>
          <a:prstGeom prst="rect">
            <a:avLst/>
          </a:prstGeom>
        </p:spPr>
        <p:txBody>
          <a:bodyPr anchor="t"/>
          <a:lstStyle>
            <a:lvl1pPr marL="0" indent="0" algn="ctr">
              <a:lnSpc>
                <a:spcPct val="125000"/>
              </a:lnSpc>
              <a:spcBef>
                <a:spcPts val="0"/>
              </a:spcBef>
              <a:buNone/>
              <a:defRPr sz="1200" cap="none" spc="100" baseline="0">
                <a:solidFill>
                  <a:schemeClr val="bg1"/>
                </a:solidFill>
                <a:latin typeface="+mn-lt"/>
              </a:defRPr>
            </a:lvl1pPr>
          </a:lstStyle>
          <a:p>
            <a:pPr lvl="0"/>
            <a:r>
              <a:rPr lang="en-US"/>
              <a:t>Click to add text</a:t>
            </a:r>
          </a:p>
        </p:txBody>
      </p:sp>
      <p:sp>
        <p:nvSpPr>
          <p:cNvPr id="17" name="Text Placeholder 10">
            <a:extLst>
              <a:ext uri="{FF2B5EF4-FFF2-40B4-BE49-F238E27FC236}">
                <a16:creationId xmlns:a16="http://schemas.microsoft.com/office/drawing/2014/main" id="{24D6B59F-6577-4B1E-B7F8-134B42084EF6}"/>
              </a:ext>
            </a:extLst>
          </p:cNvPr>
          <p:cNvSpPr>
            <a:spLocks noGrp="1"/>
          </p:cNvSpPr>
          <p:nvPr>
            <p:ph type="body" sz="quarter" idx="21" hasCustomPrompt="1"/>
          </p:nvPr>
        </p:nvSpPr>
        <p:spPr>
          <a:xfrm>
            <a:off x="8414657" y="4428271"/>
            <a:ext cx="2939143" cy="469089"/>
          </a:xfrm>
          <a:prstGeom prst="rect">
            <a:avLst/>
          </a:prstGeom>
        </p:spPr>
        <p:txBody>
          <a:bodyPr anchor="t"/>
          <a:lstStyle>
            <a:lvl1pPr marL="0" indent="0" algn="ctr">
              <a:lnSpc>
                <a:spcPct val="125000"/>
              </a:lnSpc>
              <a:spcBef>
                <a:spcPts val="0"/>
              </a:spcBef>
              <a:buNone/>
              <a:defRPr sz="1400" cap="all" spc="100" baseline="0">
                <a:solidFill>
                  <a:schemeClr val="bg1"/>
                </a:solidFill>
                <a:latin typeface="+mj-lt"/>
              </a:defRPr>
            </a:lvl1pPr>
          </a:lstStyle>
          <a:p>
            <a:pPr lvl="0"/>
            <a:r>
              <a:rPr lang="en-US"/>
              <a:t>Click to add text</a:t>
            </a:r>
          </a:p>
        </p:txBody>
      </p:sp>
      <p:sp>
        <p:nvSpPr>
          <p:cNvPr id="19" name="Text Placeholder 10">
            <a:extLst>
              <a:ext uri="{FF2B5EF4-FFF2-40B4-BE49-F238E27FC236}">
                <a16:creationId xmlns:a16="http://schemas.microsoft.com/office/drawing/2014/main" id="{39A963ED-FD03-4AAC-B023-59B209A5EB88}"/>
              </a:ext>
            </a:extLst>
          </p:cNvPr>
          <p:cNvSpPr>
            <a:spLocks noGrp="1"/>
          </p:cNvSpPr>
          <p:nvPr>
            <p:ph type="body" sz="quarter" idx="23" hasCustomPrompt="1"/>
          </p:nvPr>
        </p:nvSpPr>
        <p:spPr>
          <a:xfrm>
            <a:off x="8414657" y="4753993"/>
            <a:ext cx="2939143" cy="469089"/>
          </a:xfrm>
          <a:prstGeom prst="rect">
            <a:avLst/>
          </a:prstGeom>
        </p:spPr>
        <p:txBody>
          <a:bodyPr anchor="t"/>
          <a:lstStyle>
            <a:lvl1pPr marL="0" indent="0" algn="ctr">
              <a:lnSpc>
                <a:spcPct val="125000"/>
              </a:lnSpc>
              <a:spcBef>
                <a:spcPts val="0"/>
              </a:spcBef>
              <a:buNone/>
              <a:defRPr sz="1200" cap="none" spc="100" baseline="0">
                <a:solidFill>
                  <a:schemeClr val="bg1"/>
                </a:solidFill>
                <a:latin typeface="+mn-lt"/>
              </a:defRPr>
            </a:lvl1pPr>
          </a:lstStyle>
          <a:p>
            <a:pPr lvl="0"/>
            <a:r>
              <a:rPr lang="en-US"/>
              <a:t>Click to add text</a:t>
            </a:r>
          </a:p>
        </p:txBody>
      </p:sp>
      <p:sp>
        <p:nvSpPr>
          <p:cNvPr id="26" name="Title 1">
            <a:extLst>
              <a:ext uri="{FF2B5EF4-FFF2-40B4-BE49-F238E27FC236}">
                <a16:creationId xmlns:a16="http://schemas.microsoft.com/office/drawing/2014/main" id="{23ED9778-7DC1-4EFA-92B5-2B9F0740F53A}"/>
              </a:ext>
            </a:extLst>
          </p:cNvPr>
          <p:cNvSpPr>
            <a:spLocks noGrp="1"/>
          </p:cNvSpPr>
          <p:nvPr>
            <p:ph type="ctrTitle" hasCustomPrompt="1"/>
          </p:nvPr>
        </p:nvSpPr>
        <p:spPr>
          <a:xfrm>
            <a:off x="2989604" y="724868"/>
            <a:ext cx="6212793" cy="639955"/>
          </a:xfrm>
          <a:prstGeom prst="rect">
            <a:avLst/>
          </a:prstGeom>
        </p:spPr>
        <p:txBody>
          <a:bodyPr anchor="ctr"/>
          <a:lstStyle>
            <a:lvl1pPr algn="ctr">
              <a:defRPr sz="2200" cap="all" spc="200" baseline="0">
                <a:solidFill>
                  <a:schemeClr val="bg1"/>
                </a:solidFill>
                <a:latin typeface="+mj-lt"/>
              </a:defRPr>
            </a:lvl1pPr>
          </a:lstStyle>
          <a:p>
            <a:r>
              <a:rPr lang="en-US"/>
              <a:t>Click to add title</a:t>
            </a:r>
          </a:p>
        </p:txBody>
      </p:sp>
      <p:sp>
        <p:nvSpPr>
          <p:cNvPr id="18" name="Text Placeholder 14">
            <a:extLst>
              <a:ext uri="{FF2B5EF4-FFF2-40B4-BE49-F238E27FC236}">
                <a16:creationId xmlns:a16="http://schemas.microsoft.com/office/drawing/2014/main" id="{F1777D6D-27DD-4DA3-8C4C-B8F9BA9B189D}"/>
              </a:ext>
            </a:extLst>
          </p:cNvPr>
          <p:cNvSpPr>
            <a:spLocks noGrp="1"/>
          </p:cNvSpPr>
          <p:nvPr>
            <p:ph type="body" sz="quarter" idx="26" hasCustomPrompt="1"/>
          </p:nvPr>
        </p:nvSpPr>
        <p:spPr>
          <a:xfrm>
            <a:off x="1390331" y="2383034"/>
            <a:ext cx="1837944" cy="1837944"/>
          </a:xfrm>
          <a:prstGeom prst="ellipse">
            <a:avLst/>
          </a:prstGeom>
          <a:solidFill>
            <a:schemeClr val="accent6"/>
          </a:solidFill>
        </p:spPr>
        <p:txBody>
          <a:bodyPr anchor="ctr"/>
          <a:lstStyle>
            <a:lvl1pPr marL="0" indent="0" algn="ctr">
              <a:lnSpc>
                <a:spcPct val="100000"/>
              </a:lnSpc>
              <a:spcBef>
                <a:spcPts val="0"/>
              </a:spcBef>
              <a:buNone/>
              <a:defRPr sz="4000" cap="all" spc="200" baseline="0">
                <a:solidFill>
                  <a:schemeClr val="bg1"/>
                </a:solidFill>
                <a:latin typeface="+mj-lt"/>
              </a:defRPr>
            </a:lvl1pPr>
          </a:lstStyle>
          <a:p>
            <a:pPr lvl="0"/>
            <a:r>
              <a:rPr lang="en-US" dirty="0"/>
              <a:t>$3b</a:t>
            </a:r>
          </a:p>
        </p:txBody>
      </p:sp>
      <p:sp>
        <p:nvSpPr>
          <p:cNvPr id="20" name="Text Placeholder 14">
            <a:extLst>
              <a:ext uri="{FF2B5EF4-FFF2-40B4-BE49-F238E27FC236}">
                <a16:creationId xmlns:a16="http://schemas.microsoft.com/office/drawing/2014/main" id="{B99795F1-D282-42EE-BFEC-2F47E8BE5D33}"/>
              </a:ext>
            </a:extLst>
          </p:cNvPr>
          <p:cNvSpPr>
            <a:spLocks noGrp="1"/>
          </p:cNvSpPr>
          <p:nvPr>
            <p:ph type="body" sz="quarter" idx="27" hasCustomPrompt="1"/>
          </p:nvPr>
        </p:nvSpPr>
        <p:spPr>
          <a:xfrm>
            <a:off x="5178559" y="2383034"/>
            <a:ext cx="1837944" cy="1837944"/>
          </a:xfrm>
          <a:prstGeom prst="ellipse">
            <a:avLst/>
          </a:prstGeom>
          <a:solidFill>
            <a:schemeClr val="accent4">
              <a:lumMod val="75000"/>
            </a:schemeClr>
          </a:solidFill>
        </p:spPr>
        <p:txBody>
          <a:bodyPr anchor="ctr"/>
          <a:lstStyle>
            <a:lvl1pPr marL="0" indent="0" algn="ctr">
              <a:lnSpc>
                <a:spcPct val="100000"/>
              </a:lnSpc>
              <a:spcBef>
                <a:spcPts val="0"/>
              </a:spcBef>
              <a:buNone/>
              <a:defRPr sz="4000" cap="all" spc="200" baseline="0">
                <a:solidFill>
                  <a:schemeClr val="bg1"/>
                </a:solidFill>
                <a:latin typeface="+mj-lt"/>
              </a:defRPr>
            </a:lvl1pPr>
          </a:lstStyle>
          <a:p>
            <a:pPr lvl="0"/>
            <a:r>
              <a:rPr lang="en-US" dirty="0"/>
              <a:t>$2b</a:t>
            </a:r>
          </a:p>
        </p:txBody>
      </p:sp>
      <p:sp>
        <p:nvSpPr>
          <p:cNvPr id="21" name="Text Placeholder 14">
            <a:extLst>
              <a:ext uri="{FF2B5EF4-FFF2-40B4-BE49-F238E27FC236}">
                <a16:creationId xmlns:a16="http://schemas.microsoft.com/office/drawing/2014/main" id="{E7EDCD32-FC44-473D-A0D4-F71DAF57286F}"/>
              </a:ext>
            </a:extLst>
          </p:cNvPr>
          <p:cNvSpPr>
            <a:spLocks noGrp="1"/>
          </p:cNvSpPr>
          <p:nvPr>
            <p:ph type="body" sz="quarter" idx="28" hasCustomPrompt="1"/>
          </p:nvPr>
        </p:nvSpPr>
        <p:spPr>
          <a:xfrm>
            <a:off x="8966788" y="2383034"/>
            <a:ext cx="1837944" cy="1837944"/>
          </a:xfrm>
          <a:prstGeom prst="ellipse">
            <a:avLst/>
          </a:prstGeom>
          <a:solidFill>
            <a:schemeClr val="accent4"/>
          </a:solidFill>
        </p:spPr>
        <p:txBody>
          <a:bodyPr anchor="ctr"/>
          <a:lstStyle>
            <a:lvl1pPr marL="0" indent="0" algn="ctr">
              <a:lnSpc>
                <a:spcPct val="100000"/>
              </a:lnSpc>
              <a:spcBef>
                <a:spcPts val="0"/>
              </a:spcBef>
              <a:buNone/>
              <a:defRPr sz="4000" cap="all" spc="200" baseline="0">
                <a:solidFill>
                  <a:schemeClr val="bg1"/>
                </a:solidFill>
                <a:latin typeface="+mj-lt"/>
              </a:defRPr>
            </a:lvl1pPr>
          </a:lstStyle>
          <a:p>
            <a:pPr lvl="0"/>
            <a:r>
              <a:rPr lang="en-US" dirty="0"/>
              <a:t>$1b</a:t>
            </a:r>
          </a:p>
        </p:txBody>
      </p:sp>
    </p:spTree>
    <p:extLst>
      <p:ext uri="{BB962C8B-B14F-4D97-AF65-F5344CB8AC3E}">
        <p14:creationId xmlns:p14="http://schemas.microsoft.com/office/powerpoint/2010/main" val="865040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ur Competition ">
    <p:spTree>
      <p:nvGrpSpPr>
        <p:cNvPr id="1" name=""/>
        <p:cNvGrpSpPr/>
        <p:nvPr/>
      </p:nvGrpSpPr>
      <p:grpSpPr>
        <a:xfrm>
          <a:off x="0" y="0"/>
          <a:ext cx="0" cy="0"/>
          <a:chOff x="0" y="0"/>
          <a:chExt cx="0" cy="0"/>
        </a:xfrm>
      </p:grpSpPr>
      <p:sp>
        <p:nvSpPr>
          <p:cNvPr id="9" name="Picture Placeholder 7">
            <a:extLst>
              <a:ext uri="{FF2B5EF4-FFF2-40B4-BE49-F238E27FC236}">
                <a16:creationId xmlns:a16="http://schemas.microsoft.com/office/drawing/2014/main" id="{9332B195-6B28-453B-8483-E18845F548FE}"/>
              </a:ext>
            </a:extLst>
          </p:cNvPr>
          <p:cNvSpPr>
            <a:spLocks noGrp="1"/>
          </p:cNvSpPr>
          <p:nvPr>
            <p:ph type="pic" sz="quarter" idx="13" hasCustomPrompt="1"/>
          </p:nvPr>
        </p:nvSpPr>
        <p:spPr>
          <a:xfrm>
            <a:off x="-4281" y="0"/>
            <a:ext cx="12196282" cy="2442916"/>
          </a:xfrm>
          <a:prstGeom prst="rect">
            <a:avLst/>
          </a:prstGeom>
        </p:spPr>
        <p:txBody>
          <a:bodyPr/>
          <a:lstStyle>
            <a:lvl1pPr marL="0" indent="0" algn="ctr">
              <a:buNone/>
              <a:defRPr>
                <a:solidFill>
                  <a:schemeClr val="accent6">
                    <a:lumMod val="10000"/>
                    <a:lumOff val="90000"/>
                  </a:schemeClr>
                </a:solidFill>
              </a:defRPr>
            </a:lvl1pPr>
          </a:lstStyle>
          <a:p>
            <a:r>
              <a:rPr lang="en-US" dirty="0"/>
              <a:t>Click to add photo</a:t>
            </a:r>
          </a:p>
        </p:txBody>
      </p:sp>
      <p:sp>
        <p:nvSpPr>
          <p:cNvPr id="15" name="Text Placeholder 4">
            <a:extLst>
              <a:ext uri="{FF2B5EF4-FFF2-40B4-BE49-F238E27FC236}">
                <a16:creationId xmlns:a16="http://schemas.microsoft.com/office/drawing/2014/main" id="{70B36DB2-10C9-40E1-A939-F9F3E99AA97E}"/>
              </a:ext>
            </a:extLst>
          </p:cNvPr>
          <p:cNvSpPr>
            <a:spLocks noGrp="1"/>
          </p:cNvSpPr>
          <p:nvPr>
            <p:ph type="body" sz="quarter" idx="29" hasCustomPrompt="1"/>
          </p:nvPr>
        </p:nvSpPr>
        <p:spPr>
          <a:xfrm>
            <a:off x="-316523" y="104279"/>
            <a:ext cx="12508523" cy="2679238"/>
          </a:xfrm>
          <a:prstGeom prst="rect">
            <a:avLst/>
          </a:prstGeom>
        </p:spPr>
        <p:txBody>
          <a:bodyPr/>
          <a:lstStyle>
            <a:lvl1pPr marL="0" indent="0" algn="r">
              <a:lnSpc>
                <a:spcPct val="40000"/>
              </a:lnSpc>
              <a:spcBef>
                <a:spcPts val="0"/>
              </a:spcBef>
              <a:buNone/>
              <a:defRPr sz="50000" baseline="0">
                <a:solidFill>
                  <a:schemeClr val="bg1">
                    <a:alpha val="20000"/>
                  </a:schemeClr>
                </a:solidFill>
                <a:latin typeface="Kunstler Script" panose="030304020206070D0D06" pitchFamily="66" charset="0"/>
              </a:defRPr>
            </a:lvl1pPr>
          </a:lstStyle>
          <a:p>
            <a:r>
              <a:rPr lang="en-US" dirty="0"/>
              <a:t>Comp</a:t>
            </a:r>
          </a:p>
        </p:txBody>
      </p:sp>
      <p:sp>
        <p:nvSpPr>
          <p:cNvPr id="3" name="Date Placeholder 2">
            <a:extLst>
              <a:ext uri="{FF2B5EF4-FFF2-40B4-BE49-F238E27FC236}">
                <a16:creationId xmlns:a16="http://schemas.microsoft.com/office/drawing/2014/main" id="{F1034CA5-4FBD-4728-A5D5-B55A51F3EC89}"/>
              </a:ext>
            </a:extLst>
          </p:cNvPr>
          <p:cNvSpPr>
            <a:spLocks noGrp="1"/>
          </p:cNvSpPr>
          <p:nvPr>
            <p:ph type="dt" sz="half" idx="10"/>
          </p:nvPr>
        </p:nvSpPr>
        <p:spPr/>
        <p:txBody>
          <a:bodyPr/>
          <a:lstStyle>
            <a:lvl1pPr>
              <a:defRPr>
                <a:solidFill>
                  <a:schemeClr val="bg2">
                    <a:lumMod val="50000"/>
                  </a:schemeClr>
                </a:solidFill>
              </a:defRPr>
            </a:lvl1pPr>
          </a:lstStyle>
          <a:p>
            <a:r>
              <a:rPr lang="en-US" dirty="0"/>
              <a:t>8/03/20XX</a:t>
            </a:r>
          </a:p>
        </p:txBody>
      </p:sp>
      <p:sp>
        <p:nvSpPr>
          <p:cNvPr id="4" name="Footer Placeholder 3">
            <a:extLst>
              <a:ext uri="{FF2B5EF4-FFF2-40B4-BE49-F238E27FC236}">
                <a16:creationId xmlns:a16="http://schemas.microsoft.com/office/drawing/2014/main" id="{DEB12970-8175-4B63-9ABC-FF21E5FB07CA}"/>
              </a:ext>
            </a:extLst>
          </p:cNvPr>
          <p:cNvSpPr>
            <a:spLocks noGrp="1"/>
          </p:cNvSpPr>
          <p:nvPr>
            <p:ph type="ftr" sz="quarter" idx="11"/>
          </p:nvPr>
        </p:nvSpPr>
        <p:spPr/>
        <p:txBody>
          <a:bodyPr/>
          <a:lstStyle>
            <a:lvl1pPr>
              <a:defRPr>
                <a:solidFill>
                  <a:schemeClr val="bg2">
                    <a:lumMod val="50000"/>
                  </a:schemeClr>
                </a:solidFill>
              </a:defRPr>
            </a:lvl1pPr>
          </a:lstStyle>
          <a:p>
            <a:r>
              <a:rPr lang="en-US" dirty="0"/>
              <a:t>PITCH DECK</a:t>
            </a:r>
          </a:p>
        </p:txBody>
      </p:sp>
      <p:sp>
        <p:nvSpPr>
          <p:cNvPr id="5" name="Slide Number Placeholder 4">
            <a:extLst>
              <a:ext uri="{FF2B5EF4-FFF2-40B4-BE49-F238E27FC236}">
                <a16:creationId xmlns:a16="http://schemas.microsoft.com/office/drawing/2014/main" id="{D2E5FFB0-6DFB-4547-AB5E-A22910F479A1}"/>
              </a:ext>
            </a:extLst>
          </p:cNvPr>
          <p:cNvSpPr>
            <a:spLocks noGrp="1"/>
          </p:cNvSpPr>
          <p:nvPr>
            <p:ph type="sldNum" sz="quarter" idx="12"/>
          </p:nvPr>
        </p:nvSpPr>
        <p:spPr/>
        <p:txBody>
          <a:bodyPr/>
          <a:lstStyle>
            <a:lvl1pPr>
              <a:defRPr>
                <a:solidFill>
                  <a:schemeClr val="bg2">
                    <a:lumMod val="50000"/>
                  </a:schemeClr>
                </a:solidFill>
              </a:defRPr>
            </a:lvl1pPr>
          </a:lstStyle>
          <a:p>
            <a:fld id="{4F6357DA-28E9-40D3-918C-4D14E8263D81}" type="slidenum">
              <a:rPr lang="en-US" smtClean="0"/>
              <a:pPr/>
              <a:t>‹#›</a:t>
            </a:fld>
            <a:endParaRPr lang="en-US" dirty="0"/>
          </a:p>
        </p:txBody>
      </p:sp>
      <p:sp>
        <p:nvSpPr>
          <p:cNvPr id="6" name="Title 1">
            <a:extLst>
              <a:ext uri="{FF2B5EF4-FFF2-40B4-BE49-F238E27FC236}">
                <a16:creationId xmlns:a16="http://schemas.microsoft.com/office/drawing/2014/main" id="{3B15B0B7-1296-4FBF-8D28-A0D282176365}"/>
              </a:ext>
            </a:extLst>
          </p:cNvPr>
          <p:cNvSpPr>
            <a:spLocks noGrp="1"/>
          </p:cNvSpPr>
          <p:nvPr>
            <p:ph type="ctrTitle" hasCustomPrompt="1"/>
          </p:nvPr>
        </p:nvSpPr>
        <p:spPr>
          <a:xfrm>
            <a:off x="819728" y="2679238"/>
            <a:ext cx="4386945" cy="545148"/>
          </a:xfrm>
          <a:prstGeom prst="rect">
            <a:avLst/>
          </a:prstGeom>
        </p:spPr>
        <p:txBody>
          <a:bodyPr anchor="b"/>
          <a:lstStyle>
            <a:lvl1pPr algn="l">
              <a:defRPr sz="2200" cap="all" spc="200" baseline="0">
                <a:solidFill>
                  <a:schemeClr val="accent1"/>
                </a:solidFill>
                <a:latin typeface="+mj-lt"/>
              </a:defRPr>
            </a:lvl1pPr>
          </a:lstStyle>
          <a:p>
            <a:r>
              <a:rPr lang="en-US"/>
              <a:t>Click to add title</a:t>
            </a:r>
          </a:p>
        </p:txBody>
      </p:sp>
      <p:sp>
        <p:nvSpPr>
          <p:cNvPr id="10" name="Text Placeholder 10">
            <a:extLst>
              <a:ext uri="{FF2B5EF4-FFF2-40B4-BE49-F238E27FC236}">
                <a16:creationId xmlns:a16="http://schemas.microsoft.com/office/drawing/2014/main" id="{41958F62-D93E-4433-9FC8-4CFA9792BDB2}"/>
              </a:ext>
            </a:extLst>
          </p:cNvPr>
          <p:cNvSpPr>
            <a:spLocks noGrp="1"/>
          </p:cNvSpPr>
          <p:nvPr>
            <p:ph type="body" sz="quarter" idx="14" hasCustomPrompt="1"/>
          </p:nvPr>
        </p:nvSpPr>
        <p:spPr>
          <a:xfrm>
            <a:off x="819728" y="4085594"/>
            <a:ext cx="4953000" cy="2046251"/>
          </a:xfrm>
          <a:prstGeom prst="rect">
            <a:avLst/>
          </a:prstGeom>
        </p:spPr>
        <p:txBody>
          <a:bodyPr anchor="t"/>
          <a:lstStyle>
            <a:lvl1pPr marL="0" indent="0" algn="l">
              <a:lnSpc>
                <a:spcPct val="125000"/>
              </a:lnSpc>
              <a:spcBef>
                <a:spcPts val="0"/>
              </a:spcBef>
              <a:spcAft>
                <a:spcPts val="1000"/>
              </a:spcAft>
              <a:buNone/>
              <a:defRPr sz="1400" cap="none" spc="100" baseline="0">
                <a:solidFill>
                  <a:schemeClr val="tx1"/>
                </a:solidFill>
                <a:latin typeface="+mn-lt"/>
              </a:defRPr>
            </a:lvl1pPr>
          </a:lstStyle>
          <a:p>
            <a:pPr lvl="0"/>
            <a:r>
              <a:rPr lang="en-US"/>
              <a:t>Click to add text</a:t>
            </a:r>
          </a:p>
        </p:txBody>
      </p:sp>
      <p:sp>
        <p:nvSpPr>
          <p:cNvPr id="11" name="Text Placeholder 10">
            <a:extLst>
              <a:ext uri="{FF2B5EF4-FFF2-40B4-BE49-F238E27FC236}">
                <a16:creationId xmlns:a16="http://schemas.microsoft.com/office/drawing/2014/main" id="{23D482AA-5393-4260-A25C-77242CC39847}"/>
              </a:ext>
            </a:extLst>
          </p:cNvPr>
          <p:cNvSpPr>
            <a:spLocks noGrp="1"/>
          </p:cNvSpPr>
          <p:nvPr>
            <p:ph type="body" sz="quarter" idx="16" hasCustomPrompt="1"/>
          </p:nvPr>
        </p:nvSpPr>
        <p:spPr>
          <a:xfrm>
            <a:off x="819728" y="3706090"/>
            <a:ext cx="4953000" cy="426393"/>
          </a:xfrm>
          <a:prstGeom prst="rect">
            <a:avLst/>
          </a:prstGeom>
        </p:spPr>
        <p:txBody>
          <a:bodyPr anchor="b"/>
          <a:lstStyle>
            <a:lvl1pPr marL="0" indent="0" algn="l">
              <a:buNone/>
              <a:defRPr sz="1400" cap="all" spc="100" baseline="0">
                <a:solidFill>
                  <a:schemeClr val="accent1"/>
                </a:solidFill>
                <a:latin typeface="+mj-lt"/>
              </a:defRPr>
            </a:lvl1pPr>
          </a:lstStyle>
          <a:p>
            <a:pPr lvl="0"/>
            <a:r>
              <a:rPr lang="en-US"/>
              <a:t>Click to add subtitle</a:t>
            </a:r>
          </a:p>
        </p:txBody>
      </p:sp>
      <p:sp>
        <p:nvSpPr>
          <p:cNvPr id="12" name="Text Placeholder 10">
            <a:extLst>
              <a:ext uri="{FF2B5EF4-FFF2-40B4-BE49-F238E27FC236}">
                <a16:creationId xmlns:a16="http://schemas.microsoft.com/office/drawing/2014/main" id="{57434F13-1C2F-416A-A9F8-479D11410BED}"/>
              </a:ext>
            </a:extLst>
          </p:cNvPr>
          <p:cNvSpPr>
            <a:spLocks noGrp="1"/>
          </p:cNvSpPr>
          <p:nvPr>
            <p:ph type="body" sz="quarter" idx="17" hasCustomPrompt="1"/>
          </p:nvPr>
        </p:nvSpPr>
        <p:spPr>
          <a:xfrm>
            <a:off x="6400800" y="4085594"/>
            <a:ext cx="4953000" cy="2046251"/>
          </a:xfrm>
          <a:prstGeom prst="rect">
            <a:avLst/>
          </a:prstGeom>
        </p:spPr>
        <p:txBody>
          <a:bodyPr anchor="t"/>
          <a:lstStyle>
            <a:lvl1pPr marL="0" indent="0" algn="l">
              <a:lnSpc>
                <a:spcPct val="125000"/>
              </a:lnSpc>
              <a:spcBef>
                <a:spcPts val="0"/>
              </a:spcBef>
              <a:spcAft>
                <a:spcPts val="1000"/>
              </a:spcAft>
              <a:buNone/>
              <a:defRPr sz="1400" cap="none" spc="100" baseline="0">
                <a:solidFill>
                  <a:schemeClr val="tx1"/>
                </a:solidFill>
                <a:latin typeface="+mn-lt"/>
              </a:defRPr>
            </a:lvl1pPr>
          </a:lstStyle>
          <a:p>
            <a:pPr lvl="0"/>
            <a:r>
              <a:rPr lang="en-US"/>
              <a:t>Click to add text</a:t>
            </a:r>
          </a:p>
        </p:txBody>
      </p:sp>
      <p:sp>
        <p:nvSpPr>
          <p:cNvPr id="13" name="Text Placeholder 10">
            <a:extLst>
              <a:ext uri="{FF2B5EF4-FFF2-40B4-BE49-F238E27FC236}">
                <a16:creationId xmlns:a16="http://schemas.microsoft.com/office/drawing/2014/main" id="{FC8B7634-CFB8-480E-9065-D580A180133A}"/>
              </a:ext>
            </a:extLst>
          </p:cNvPr>
          <p:cNvSpPr>
            <a:spLocks noGrp="1"/>
          </p:cNvSpPr>
          <p:nvPr>
            <p:ph type="body" sz="quarter" idx="18" hasCustomPrompt="1"/>
          </p:nvPr>
        </p:nvSpPr>
        <p:spPr>
          <a:xfrm>
            <a:off x="6400800" y="3706090"/>
            <a:ext cx="4953000" cy="426393"/>
          </a:xfrm>
          <a:prstGeom prst="rect">
            <a:avLst/>
          </a:prstGeom>
        </p:spPr>
        <p:txBody>
          <a:bodyPr anchor="b"/>
          <a:lstStyle>
            <a:lvl1pPr marL="0" indent="0" algn="l">
              <a:buNone/>
              <a:defRPr sz="1400" cap="all" spc="100" baseline="0">
                <a:solidFill>
                  <a:schemeClr val="accent1"/>
                </a:solidFill>
                <a:latin typeface="+mj-lt"/>
              </a:defRPr>
            </a:lvl1pPr>
          </a:lstStyle>
          <a:p>
            <a:pPr lvl="0"/>
            <a:r>
              <a:rPr lang="en-US"/>
              <a:t>Click to add subtitle</a:t>
            </a:r>
          </a:p>
        </p:txBody>
      </p:sp>
    </p:spTree>
    <p:extLst>
      <p:ext uri="{BB962C8B-B14F-4D97-AF65-F5344CB8AC3E}">
        <p14:creationId xmlns:p14="http://schemas.microsoft.com/office/powerpoint/2010/main" val="1997104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ur Competition v2">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2433EF2-C2C4-4062-9D92-0FB277293D45}"/>
              </a:ext>
            </a:extLst>
          </p:cNvPr>
          <p:cNvSpPr>
            <a:spLocks noGrp="1"/>
          </p:cNvSpPr>
          <p:nvPr>
            <p:ph type="dt" sz="half" idx="10"/>
          </p:nvPr>
        </p:nvSpPr>
        <p:spPr/>
        <p:txBody>
          <a:bodyPr/>
          <a:lstStyle>
            <a:lvl1pPr>
              <a:defRPr>
                <a:solidFill>
                  <a:schemeClr val="bg2">
                    <a:lumMod val="50000"/>
                  </a:schemeClr>
                </a:solidFill>
              </a:defRPr>
            </a:lvl1pPr>
          </a:lstStyle>
          <a:p>
            <a:r>
              <a:rPr lang="en-US" dirty="0"/>
              <a:t>8/03/20XX</a:t>
            </a:r>
          </a:p>
        </p:txBody>
      </p:sp>
      <p:sp>
        <p:nvSpPr>
          <p:cNvPr id="5" name="Footer Placeholder 4">
            <a:extLst>
              <a:ext uri="{FF2B5EF4-FFF2-40B4-BE49-F238E27FC236}">
                <a16:creationId xmlns:a16="http://schemas.microsoft.com/office/drawing/2014/main" id="{CD63FBE5-A165-4D71-A770-FE4E13B1A687}"/>
              </a:ext>
            </a:extLst>
          </p:cNvPr>
          <p:cNvSpPr>
            <a:spLocks noGrp="1"/>
          </p:cNvSpPr>
          <p:nvPr>
            <p:ph type="ftr" sz="quarter" idx="11"/>
          </p:nvPr>
        </p:nvSpPr>
        <p:spPr/>
        <p:txBody>
          <a:bodyPr/>
          <a:lstStyle>
            <a:lvl1pPr>
              <a:defRPr>
                <a:solidFill>
                  <a:schemeClr val="bg2">
                    <a:lumMod val="50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B9B91C94-93DA-4850-9EE8-968DAF8900BD}"/>
              </a:ext>
            </a:extLst>
          </p:cNvPr>
          <p:cNvSpPr>
            <a:spLocks noGrp="1"/>
          </p:cNvSpPr>
          <p:nvPr>
            <p:ph type="sldNum" sz="quarter" idx="12"/>
          </p:nvPr>
        </p:nvSpPr>
        <p:spPr/>
        <p:txBody>
          <a:bodyPr/>
          <a:lstStyle>
            <a:lvl1pPr>
              <a:defRPr>
                <a:solidFill>
                  <a:schemeClr val="bg2">
                    <a:lumMod val="50000"/>
                  </a:schemeClr>
                </a:solidFill>
              </a:defRPr>
            </a:lvl1pPr>
          </a:lstStyle>
          <a:p>
            <a:fld id="{4F6357DA-28E9-40D3-918C-4D14E8263D81}" type="slidenum">
              <a:rPr lang="en-US" smtClean="0"/>
              <a:pPr/>
              <a:t>‹#›</a:t>
            </a:fld>
            <a:endParaRPr lang="en-US" dirty="0"/>
          </a:p>
        </p:txBody>
      </p:sp>
      <p:sp>
        <p:nvSpPr>
          <p:cNvPr id="7" name="Text Placeholder 14">
            <a:extLst>
              <a:ext uri="{FF2B5EF4-FFF2-40B4-BE49-F238E27FC236}">
                <a16:creationId xmlns:a16="http://schemas.microsoft.com/office/drawing/2014/main" id="{C9C019F9-A0CC-42FD-9A58-9A76FBC64749}"/>
              </a:ext>
            </a:extLst>
          </p:cNvPr>
          <p:cNvSpPr>
            <a:spLocks noGrp="1"/>
          </p:cNvSpPr>
          <p:nvPr>
            <p:ph type="body" sz="quarter" idx="15" hasCustomPrompt="1"/>
          </p:nvPr>
        </p:nvSpPr>
        <p:spPr>
          <a:xfrm>
            <a:off x="6236499" y="1425477"/>
            <a:ext cx="1706965"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a:t>Click to add name</a:t>
            </a:r>
          </a:p>
        </p:txBody>
      </p:sp>
      <p:sp>
        <p:nvSpPr>
          <p:cNvPr id="8" name="Text Placeholder 14">
            <a:extLst>
              <a:ext uri="{FF2B5EF4-FFF2-40B4-BE49-F238E27FC236}">
                <a16:creationId xmlns:a16="http://schemas.microsoft.com/office/drawing/2014/main" id="{2F0A1D53-A949-49E7-820F-D18CEC7EA781}"/>
              </a:ext>
            </a:extLst>
          </p:cNvPr>
          <p:cNvSpPr>
            <a:spLocks noGrp="1"/>
          </p:cNvSpPr>
          <p:nvPr>
            <p:ph type="body" sz="quarter" idx="17" hasCustomPrompt="1"/>
          </p:nvPr>
        </p:nvSpPr>
        <p:spPr>
          <a:xfrm>
            <a:off x="6236499" y="5294320"/>
            <a:ext cx="1706965"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a:t>Click to add name</a:t>
            </a:r>
          </a:p>
        </p:txBody>
      </p:sp>
      <p:sp>
        <p:nvSpPr>
          <p:cNvPr id="9" name="Text Placeholder 14">
            <a:extLst>
              <a:ext uri="{FF2B5EF4-FFF2-40B4-BE49-F238E27FC236}">
                <a16:creationId xmlns:a16="http://schemas.microsoft.com/office/drawing/2014/main" id="{FC5403F6-AE51-438F-AF93-56FA7D2A5675}"/>
              </a:ext>
            </a:extLst>
          </p:cNvPr>
          <p:cNvSpPr>
            <a:spLocks noGrp="1"/>
          </p:cNvSpPr>
          <p:nvPr>
            <p:ph type="body" sz="quarter" idx="19" hasCustomPrompt="1"/>
          </p:nvPr>
        </p:nvSpPr>
        <p:spPr>
          <a:xfrm>
            <a:off x="9440311" y="3354359"/>
            <a:ext cx="1380681"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a:t>Click to add name</a:t>
            </a:r>
          </a:p>
        </p:txBody>
      </p:sp>
      <p:sp>
        <p:nvSpPr>
          <p:cNvPr id="11" name="Text Placeholder 14">
            <a:extLst>
              <a:ext uri="{FF2B5EF4-FFF2-40B4-BE49-F238E27FC236}">
                <a16:creationId xmlns:a16="http://schemas.microsoft.com/office/drawing/2014/main" id="{0494832D-1AEB-4A7B-8BC3-8AC645057F58}"/>
              </a:ext>
            </a:extLst>
          </p:cNvPr>
          <p:cNvSpPr>
            <a:spLocks noGrp="1"/>
          </p:cNvSpPr>
          <p:nvPr>
            <p:ph type="body" sz="quarter" idx="20" hasCustomPrompt="1"/>
          </p:nvPr>
        </p:nvSpPr>
        <p:spPr>
          <a:xfrm>
            <a:off x="4743347" y="2194947"/>
            <a:ext cx="1183179" cy="492025"/>
          </a:xfrm>
          <a:prstGeom prst="rect">
            <a:avLst/>
          </a:prstGeom>
        </p:spPr>
        <p:txBody>
          <a:bodyPr anchor="ctr"/>
          <a:lstStyle>
            <a:lvl1pPr marL="0" indent="0" algn="ctr">
              <a:lnSpc>
                <a:spcPct val="100000"/>
              </a:lnSpc>
              <a:buNone/>
              <a:defRPr sz="1200" cap="all" spc="200" baseline="0">
                <a:solidFill>
                  <a:schemeClr val="bg1"/>
                </a:solidFill>
                <a:latin typeface="+mj-lt"/>
              </a:defRPr>
            </a:lvl1pPr>
          </a:lstStyle>
          <a:p>
            <a:pPr lvl="0"/>
            <a:r>
              <a:rPr lang="en-US"/>
              <a:t>Click to add name</a:t>
            </a:r>
          </a:p>
        </p:txBody>
      </p:sp>
      <p:sp>
        <p:nvSpPr>
          <p:cNvPr id="13" name="Text Placeholder 14">
            <a:extLst>
              <a:ext uri="{FF2B5EF4-FFF2-40B4-BE49-F238E27FC236}">
                <a16:creationId xmlns:a16="http://schemas.microsoft.com/office/drawing/2014/main" id="{9DED817B-58D3-4713-A66F-2E4CF578D5E7}"/>
              </a:ext>
            </a:extLst>
          </p:cNvPr>
          <p:cNvSpPr>
            <a:spLocks noGrp="1"/>
          </p:cNvSpPr>
          <p:nvPr>
            <p:ph type="body" sz="quarter" idx="21" hasCustomPrompt="1"/>
          </p:nvPr>
        </p:nvSpPr>
        <p:spPr>
          <a:xfrm>
            <a:off x="5179839" y="4307664"/>
            <a:ext cx="1183179" cy="492025"/>
          </a:xfrm>
          <a:prstGeom prst="rect">
            <a:avLst/>
          </a:prstGeom>
        </p:spPr>
        <p:txBody>
          <a:bodyPr anchor="ctr"/>
          <a:lstStyle>
            <a:lvl1pPr marL="0" indent="0" algn="ctr">
              <a:lnSpc>
                <a:spcPct val="100000"/>
              </a:lnSpc>
              <a:buNone/>
              <a:defRPr sz="1200" cap="all" spc="200" baseline="0">
                <a:solidFill>
                  <a:schemeClr val="bg1"/>
                </a:solidFill>
                <a:latin typeface="+mj-lt"/>
              </a:defRPr>
            </a:lvl1pPr>
          </a:lstStyle>
          <a:p>
            <a:pPr lvl="0"/>
            <a:r>
              <a:rPr lang="en-US"/>
              <a:t>Click to add name</a:t>
            </a:r>
          </a:p>
        </p:txBody>
      </p:sp>
      <p:sp>
        <p:nvSpPr>
          <p:cNvPr id="15" name="Text Placeholder 14">
            <a:extLst>
              <a:ext uri="{FF2B5EF4-FFF2-40B4-BE49-F238E27FC236}">
                <a16:creationId xmlns:a16="http://schemas.microsoft.com/office/drawing/2014/main" id="{D1FE5CBC-B2B8-45FE-986C-504C397B9E10}"/>
              </a:ext>
            </a:extLst>
          </p:cNvPr>
          <p:cNvSpPr>
            <a:spLocks noGrp="1"/>
          </p:cNvSpPr>
          <p:nvPr>
            <p:ph type="body" sz="quarter" idx="22" hasCustomPrompt="1"/>
          </p:nvPr>
        </p:nvSpPr>
        <p:spPr>
          <a:xfrm>
            <a:off x="3642362" y="4439394"/>
            <a:ext cx="1183179" cy="492025"/>
          </a:xfrm>
          <a:prstGeom prst="rect">
            <a:avLst/>
          </a:prstGeom>
        </p:spPr>
        <p:txBody>
          <a:bodyPr anchor="ctr"/>
          <a:lstStyle>
            <a:lvl1pPr marL="0" indent="0" algn="ctr">
              <a:lnSpc>
                <a:spcPct val="100000"/>
              </a:lnSpc>
              <a:buNone/>
              <a:defRPr sz="1200" cap="all" spc="200" baseline="0">
                <a:solidFill>
                  <a:schemeClr val="bg1"/>
                </a:solidFill>
                <a:latin typeface="+mj-lt"/>
              </a:defRPr>
            </a:lvl1pPr>
          </a:lstStyle>
          <a:p>
            <a:pPr lvl="0"/>
            <a:r>
              <a:rPr lang="en-US"/>
              <a:t>Click to add name</a:t>
            </a:r>
          </a:p>
        </p:txBody>
      </p:sp>
      <p:sp>
        <p:nvSpPr>
          <p:cNvPr id="17" name="Text Placeholder 14">
            <a:extLst>
              <a:ext uri="{FF2B5EF4-FFF2-40B4-BE49-F238E27FC236}">
                <a16:creationId xmlns:a16="http://schemas.microsoft.com/office/drawing/2014/main" id="{CE71774F-D73F-4B7F-9152-95EC3F36DDA8}"/>
              </a:ext>
            </a:extLst>
          </p:cNvPr>
          <p:cNvSpPr>
            <a:spLocks noGrp="1"/>
          </p:cNvSpPr>
          <p:nvPr>
            <p:ph type="body" sz="quarter" idx="23" hasCustomPrompt="1"/>
          </p:nvPr>
        </p:nvSpPr>
        <p:spPr>
          <a:xfrm>
            <a:off x="7398712" y="4008089"/>
            <a:ext cx="1183179" cy="492025"/>
          </a:xfrm>
          <a:prstGeom prst="rect">
            <a:avLst/>
          </a:prstGeom>
        </p:spPr>
        <p:txBody>
          <a:bodyPr anchor="ctr"/>
          <a:lstStyle>
            <a:lvl1pPr marL="0" indent="0" algn="ctr">
              <a:lnSpc>
                <a:spcPct val="100000"/>
              </a:lnSpc>
              <a:buNone/>
              <a:defRPr sz="1200" cap="all" spc="200" baseline="0">
                <a:solidFill>
                  <a:schemeClr val="bg1"/>
                </a:solidFill>
                <a:latin typeface="+mj-lt"/>
              </a:defRPr>
            </a:lvl1pPr>
          </a:lstStyle>
          <a:p>
            <a:pPr lvl="0"/>
            <a:r>
              <a:rPr lang="en-US"/>
              <a:t>Click to add name</a:t>
            </a:r>
          </a:p>
        </p:txBody>
      </p:sp>
      <p:sp>
        <p:nvSpPr>
          <p:cNvPr id="20" name="Text Placeholder 14">
            <a:extLst>
              <a:ext uri="{FF2B5EF4-FFF2-40B4-BE49-F238E27FC236}">
                <a16:creationId xmlns:a16="http://schemas.microsoft.com/office/drawing/2014/main" id="{1154305F-5D9B-4B4A-9F2B-6FBECE7371AA}"/>
              </a:ext>
            </a:extLst>
          </p:cNvPr>
          <p:cNvSpPr>
            <a:spLocks noGrp="1"/>
          </p:cNvSpPr>
          <p:nvPr>
            <p:ph type="body" sz="quarter" idx="25" hasCustomPrompt="1"/>
          </p:nvPr>
        </p:nvSpPr>
        <p:spPr>
          <a:xfrm>
            <a:off x="3543692" y="3354359"/>
            <a:ext cx="1209143" cy="492025"/>
          </a:xfrm>
          <a:prstGeom prst="rect">
            <a:avLst/>
          </a:prstGeom>
        </p:spPr>
        <p:txBody>
          <a:bodyPr anchor="ctr"/>
          <a:lstStyle>
            <a:lvl1pPr marL="0" indent="0" algn="ctr">
              <a:lnSpc>
                <a:spcPct val="100000"/>
              </a:lnSpc>
              <a:buNone/>
              <a:defRPr sz="1000" cap="all" spc="200" baseline="0">
                <a:solidFill>
                  <a:schemeClr val="accent6"/>
                </a:solidFill>
                <a:latin typeface="+mj-lt"/>
              </a:defRPr>
            </a:lvl1pPr>
          </a:lstStyle>
          <a:p>
            <a:pPr lvl="0"/>
            <a:r>
              <a:rPr lang="en-US"/>
              <a:t>Click to add name</a:t>
            </a:r>
          </a:p>
        </p:txBody>
      </p:sp>
      <p:cxnSp>
        <p:nvCxnSpPr>
          <p:cNvPr id="21" name="Straight Connector 20">
            <a:extLst>
              <a:ext uri="{FF2B5EF4-FFF2-40B4-BE49-F238E27FC236}">
                <a16:creationId xmlns:a16="http://schemas.microsoft.com/office/drawing/2014/main" id="{8C5FED44-231C-4E53-B41C-81293135ACB1}"/>
              </a:ext>
            </a:extLst>
          </p:cNvPr>
          <p:cNvCxnSpPr>
            <a:cxnSpLocks/>
          </p:cNvCxnSpPr>
          <p:nvPr userDrawn="1"/>
        </p:nvCxnSpPr>
        <p:spPr>
          <a:xfrm>
            <a:off x="4756662" y="3600372"/>
            <a:ext cx="4683649"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2105B5D-04B2-4415-A88E-6BE695BAD6D0}"/>
              </a:ext>
            </a:extLst>
          </p:cNvPr>
          <p:cNvCxnSpPr>
            <a:cxnSpLocks/>
          </p:cNvCxnSpPr>
          <p:nvPr userDrawn="1"/>
        </p:nvCxnSpPr>
        <p:spPr>
          <a:xfrm flipV="1">
            <a:off x="7089982" y="1917502"/>
            <a:ext cx="4678" cy="3376818"/>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Placeholder 14">
            <a:extLst>
              <a:ext uri="{FF2B5EF4-FFF2-40B4-BE49-F238E27FC236}">
                <a16:creationId xmlns:a16="http://schemas.microsoft.com/office/drawing/2014/main" id="{8F362A87-DBB9-4FFD-9F42-9D6D5AD35E94}"/>
              </a:ext>
            </a:extLst>
          </p:cNvPr>
          <p:cNvSpPr>
            <a:spLocks noGrp="1"/>
          </p:cNvSpPr>
          <p:nvPr>
            <p:ph type="body" sz="quarter" idx="26" hasCustomPrompt="1"/>
          </p:nvPr>
        </p:nvSpPr>
        <p:spPr>
          <a:xfrm>
            <a:off x="7752879" y="1954712"/>
            <a:ext cx="1706965" cy="1048575"/>
          </a:xfrm>
          <a:prstGeom prst="rect">
            <a:avLst/>
          </a:prstGeom>
        </p:spPr>
        <p:txBody>
          <a:bodyPr anchor="ctr"/>
          <a:lstStyle>
            <a:lvl1pPr marL="0" indent="0" algn="ctr">
              <a:lnSpc>
                <a:spcPct val="100000"/>
              </a:lnSpc>
              <a:buNone/>
              <a:defRPr sz="1600" cap="all" spc="200" baseline="0">
                <a:solidFill>
                  <a:schemeClr val="bg1"/>
                </a:solidFill>
                <a:latin typeface="+mj-lt"/>
              </a:defRPr>
            </a:lvl1pPr>
          </a:lstStyle>
          <a:p>
            <a:pPr lvl="0"/>
            <a:r>
              <a:rPr lang="en-US"/>
              <a:t>Click to add name</a:t>
            </a:r>
          </a:p>
        </p:txBody>
      </p:sp>
      <p:sp>
        <p:nvSpPr>
          <p:cNvPr id="19" name="Text Placeholder 14">
            <a:extLst>
              <a:ext uri="{FF2B5EF4-FFF2-40B4-BE49-F238E27FC236}">
                <a16:creationId xmlns:a16="http://schemas.microsoft.com/office/drawing/2014/main" id="{B6713B5A-6FE2-4827-A18D-2F81B40F069D}"/>
              </a:ext>
            </a:extLst>
          </p:cNvPr>
          <p:cNvSpPr>
            <a:spLocks noGrp="1"/>
          </p:cNvSpPr>
          <p:nvPr>
            <p:ph type="body" sz="quarter" idx="24" hasCustomPrompt="1"/>
          </p:nvPr>
        </p:nvSpPr>
        <p:spPr>
          <a:xfrm>
            <a:off x="8859355" y="4708093"/>
            <a:ext cx="1183179" cy="492025"/>
          </a:xfrm>
          <a:prstGeom prst="rect">
            <a:avLst/>
          </a:prstGeom>
        </p:spPr>
        <p:txBody>
          <a:bodyPr anchor="ctr"/>
          <a:lstStyle>
            <a:lvl1pPr marL="0" indent="0" algn="ctr">
              <a:lnSpc>
                <a:spcPct val="100000"/>
              </a:lnSpc>
              <a:buNone/>
              <a:defRPr sz="1200" cap="all" spc="200" baseline="0">
                <a:solidFill>
                  <a:schemeClr val="bg1"/>
                </a:solidFill>
                <a:latin typeface="+mj-lt"/>
              </a:defRPr>
            </a:lvl1pPr>
          </a:lstStyle>
          <a:p>
            <a:pPr lvl="0"/>
            <a:r>
              <a:rPr lang="en-US"/>
              <a:t>Click to add name</a:t>
            </a:r>
          </a:p>
        </p:txBody>
      </p:sp>
      <p:sp>
        <p:nvSpPr>
          <p:cNvPr id="26" name="Title 1">
            <a:extLst>
              <a:ext uri="{FF2B5EF4-FFF2-40B4-BE49-F238E27FC236}">
                <a16:creationId xmlns:a16="http://schemas.microsoft.com/office/drawing/2014/main" id="{2B665ABC-CB0A-4595-8165-3205CED4DCF5}"/>
              </a:ext>
            </a:extLst>
          </p:cNvPr>
          <p:cNvSpPr>
            <a:spLocks noGrp="1"/>
          </p:cNvSpPr>
          <p:nvPr>
            <p:ph type="ctrTitle" hasCustomPrompt="1"/>
          </p:nvPr>
        </p:nvSpPr>
        <p:spPr>
          <a:xfrm>
            <a:off x="832040" y="722218"/>
            <a:ext cx="4386945" cy="639955"/>
          </a:xfrm>
          <a:prstGeom prst="rect">
            <a:avLst/>
          </a:prstGeom>
        </p:spPr>
        <p:txBody>
          <a:bodyPr anchor="ctr"/>
          <a:lstStyle>
            <a:lvl1pPr algn="l">
              <a:defRPr sz="2200" cap="all" spc="200" baseline="0">
                <a:solidFill>
                  <a:schemeClr val="accent1"/>
                </a:solidFill>
                <a:latin typeface="+mj-lt"/>
              </a:defRPr>
            </a:lvl1pPr>
          </a:lstStyle>
          <a:p>
            <a:r>
              <a:rPr lang="en-US"/>
              <a:t>Click to add title</a:t>
            </a:r>
          </a:p>
        </p:txBody>
      </p:sp>
    </p:spTree>
    <p:extLst>
      <p:ext uri="{BB962C8B-B14F-4D97-AF65-F5344CB8AC3E}">
        <p14:creationId xmlns:p14="http://schemas.microsoft.com/office/powerpoint/2010/main" val="6947698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owth Strategy">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F09839D-FDC1-4EDF-9E51-F73351ABBD6C}"/>
              </a:ext>
            </a:extLst>
          </p:cNvPr>
          <p:cNvSpPr>
            <a:spLocks noGrp="1"/>
          </p:cNvSpPr>
          <p:nvPr>
            <p:ph type="dt" sz="half" idx="10"/>
          </p:nvPr>
        </p:nvSpPr>
        <p:spPr/>
        <p:txBody>
          <a:bodyPr/>
          <a:lstStyle>
            <a:lvl1pPr>
              <a:defRPr>
                <a:solidFill>
                  <a:schemeClr val="bg2">
                    <a:lumMod val="50000"/>
                  </a:schemeClr>
                </a:solidFill>
              </a:defRPr>
            </a:lvl1pPr>
          </a:lstStyle>
          <a:p>
            <a:r>
              <a:rPr lang="en-US" dirty="0"/>
              <a:t>8/03/20XX</a:t>
            </a:r>
          </a:p>
        </p:txBody>
      </p:sp>
      <p:sp>
        <p:nvSpPr>
          <p:cNvPr id="4" name="Footer Placeholder 3">
            <a:extLst>
              <a:ext uri="{FF2B5EF4-FFF2-40B4-BE49-F238E27FC236}">
                <a16:creationId xmlns:a16="http://schemas.microsoft.com/office/drawing/2014/main" id="{B60B182A-200F-405E-B287-2F7A7F928951}"/>
              </a:ext>
            </a:extLst>
          </p:cNvPr>
          <p:cNvSpPr>
            <a:spLocks noGrp="1"/>
          </p:cNvSpPr>
          <p:nvPr>
            <p:ph type="ftr" sz="quarter" idx="11"/>
          </p:nvPr>
        </p:nvSpPr>
        <p:spPr/>
        <p:txBody>
          <a:bodyPr/>
          <a:lstStyle>
            <a:lvl1pPr>
              <a:defRPr>
                <a:solidFill>
                  <a:schemeClr val="bg2">
                    <a:lumMod val="50000"/>
                  </a:schemeClr>
                </a:solidFill>
              </a:defRPr>
            </a:lvl1pPr>
          </a:lstStyle>
          <a:p>
            <a:r>
              <a:rPr lang="en-US" dirty="0"/>
              <a:t>PITCH DECK</a:t>
            </a:r>
          </a:p>
        </p:txBody>
      </p:sp>
      <p:sp>
        <p:nvSpPr>
          <p:cNvPr id="5" name="Slide Number Placeholder 4">
            <a:extLst>
              <a:ext uri="{FF2B5EF4-FFF2-40B4-BE49-F238E27FC236}">
                <a16:creationId xmlns:a16="http://schemas.microsoft.com/office/drawing/2014/main" id="{AFE8CEAE-624C-4615-8252-893F3A04CAB3}"/>
              </a:ext>
            </a:extLst>
          </p:cNvPr>
          <p:cNvSpPr>
            <a:spLocks noGrp="1"/>
          </p:cNvSpPr>
          <p:nvPr>
            <p:ph type="sldNum" sz="quarter" idx="12"/>
          </p:nvPr>
        </p:nvSpPr>
        <p:spPr/>
        <p:txBody>
          <a:bodyPr/>
          <a:lstStyle>
            <a:lvl1pPr>
              <a:defRPr>
                <a:solidFill>
                  <a:schemeClr val="bg2">
                    <a:lumMod val="50000"/>
                  </a:schemeClr>
                </a:solidFill>
              </a:defRPr>
            </a:lvl1pPr>
          </a:lstStyle>
          <a:p>
            <a:fld id="{4F6357DA-28E9-40D3-918C-4D14E8263D81}" type="slidenum">
              <a:rPr lang="en-US" smtClean="0"/>
              <a:pPr/>
              <a:t>‹#›</a:t>
            </a:fld>
            <a:endParaRPr lang="en-US" dirty="0"/>
          </a:p>
        </p:txBody>
      </p:sp>
      <p:sp>
        <p:nvSpPr>
          <p:cNvPr id="6" name="Title 1">
            <a:extLst>
              <a:ext uri="{FF2B5EF4-FFF2-40B4-BE49-F238E27FC236}">
                <a16:creationId xmlns:a16="http://schemas.microsoft.com/office/drawing/2014/main" id="{F8AE4140-1E60-4ABF-8C5B-6AA249168701}"/>
              </a:ext>
            </a:extLst>
          </p:cNvPr>
          <p:cNvSpPr>
            <a:spLocks noGrp="1"/>
          </p:cNvSpPr>
          <p:nvPr>
            <p:ph type="ctrTitle" hasCustomPrompt="1"/>
          </p:nvPr>
        </p:nvSpPr>
        <p:spPr>
          <a:xfrm>
            <a:off x="2989603" y="727515"/>
            <a:ext cx="6212793" cy="639955"/>
          </a:xfrm>
          <a:prstGeom prst="rect">
            <a:avLst/>
          </a:prstGeom>
        </p:spPr>
        <p:txBody>
          <a:bodyPr anchor="ctr"/>
          <a:lstStyle>
            <a:lvl1pPr algn="ctr">
              <a:defRPr sz="2200" cap="all" spc="200" baseline="0">
                <a:solidFill>
                  <a:schemeClr val="accent1"/>
                </a:solidFill>
                <a:latin typeface="+mj-lt"/>
              </a:defRPr>
            </a:lvl1pPr>
          </a:lstStyle>
          <a:p>
            <a:r>
              <a:rPr lang="en-US" dirty="0"/>
              <a:t>Click to add title</a:t>
            </a:r>
          </a:p>
        </p:txBody>
      </p:sp>
      <p:sp>
        <p:nvSpPr>
          <p:cNvPr id="15" name="Text Placeholder 14">
            <a:extLst>
              <a:ext uri="{FF2B5EF4-FFF2-40B4-BE49-F238E27FC236}">
                <a16:creationId xmlns:a16="http://schemas.microsoft.com/office/drawing/2014/main" id="{562056E9-39CD-4DAA-AF46-D107C1680734}"/>
              </a:ext>
            </a:extLst>
          </p:cNvPr>
          <p:cNvSpPr>
            <a:spLocks noGrp="1"/>
          </p:cNvSpPr>
          <p:nvPr>
            <p:ph type="body" sz="quarter" idx="13" hasCustomPrompt="1"/>
          </p:nvPr>
        </p:nvSpPr>
        <p:spPr>
          <a:xfrm>
            <a:off x="1780446" y="4192395"/>
            <a:ext cx="2431015" cy="1148945"/>
          </a:xfrm>
          <a:prstGeom prst="rect">
            <a:avLst/>
          </a:prstGeom>
        </p:spPr>
        <p:txBody>
          <a:bodyPr/>
          <a:lstStyle>
            <a:lvl1pPr marL="0" indent="0" algn="ctr">
              <a:lnSpc>
                <a:spcPct val="125000"/>
              </a:lnSpc>
              <a:spcBef>
                <a:spcPts val="0"/>
              </a:spcBef>
              <a:buNone/>
              <a:defRPr sz="1400" cap="none" spc="100" baseline="0">
                <a:solidFill>
                  <a:schemeClr val="accent6"/>
                </a:solidFill>
                <a:latin typeface="+mn-lt"/>
              </a:defRPr>
            </a:lvl1pPr>
          </a:lstStyle>
          <a:p>
            <a:pPr lvl="0"/>
            <a:r>
              <a:rPr lang="en-US"/>
              <a:t>Click to add text</a:t>
            </a:r>
          </a:p>
        </p:txBody>
      </p:sp>
      <p:sp>
        <p:nvSpPr>
          <p:cNvPr id="16" name="Text Placeholder 14">
            <a:extLst>
              <a:ext uri="{FF2B5EF4-FFF2-40B4-BE49-F238E27FC236}">
                <a16:creationId xmlns:a16="http://schemas.microsoft.com/office/drawing/2014/main" id="{39F4B0E4-0A8E-4F79-B6E9-9015E62C2CA7}"/>
              </a:ext>
            </a:extLst>
          </p:cNvPr>
          <p:cNvSpPr>
            <a:spLocks noGrp="1"/>
          </p:cNvSpPr>
          <p:nvPr>
            <p:ph type="body" sz="quarter" idx="29" hasCustomPrompt="1"/>
          </p:nvPr>
        </p:nvSpPr>
        <p:spPr>
          <a:xfrm>
            <a:off x="5009724" y="4192396"/>
            <a:ext cx="2431015" cy="1148945"/>
          </a:xfrm>
          <a:prstGeom prst="rect">
            <a:avLst/>
          </a:prstGeom>
        </p:spPr>
        <p:txBody>
          <a:bodyPr/>
          <a:lstStyle>
            <a:lvl1pPr marL="0" indent="0" algn="ctr">
              <a:lnSpc>
                <a:spcPct val="125000"/>
              </a:lnSpc>
              <a:spcBef>
                <a:spcPts val="0"/>
              </a:spcBef>
              <a:buNone/>
              <a:defRPr sz="1400" cap="none" spc="100" baseline="0">
                <a:solidFill>
                  <a:schemeClr val="accent6"/>
                </a:solidFill>
                <a:latin typeface="+mn-lt"/>
              </a:defRPr>
            </a:lvl1pPr>
          </a:lstStyle>
          <a:p>
            <a:pPr lvl="0"/>
            <a:r>
              <a:rPr lang="en-US"/>
              <a:t>Click to add text</a:t>
            </a:r>
          </a:p>
        </p:txBody>
      </p:sp>
      <p:sp>
        <p:nvSpPr>
          <p:cNvPr id="17" name="Text Placeholder 14">
            <a:extLst>
              <a:ext uri="{FF2B5EF4-FFF2-40B4-BE49-F238E27FC236}">
                <a16:creationId xmlns:a16="http://schemas.microsoft.com/office/drawing/2014/main" id="{7128A45A-DF71-4640-A1BF-8F1866D09CE6}"/>
              </a:ext>
            </a:extLst>
          </p:cNvPr>
          <p:cNvSpPr>
            <a:spLocks noGrp="1"/>
          </p:cNvSpPr>
          <p:nvPr>
            <p:ph type="body" sz="quarter" idx="30" hasCustomPrompt="1"/>
          </p:nvPr>
        </p:nvSpPr>
        <p:spPr>
          <a:xfrm>
            <a:off x="8153400" y="4192395"/>
            <a:ext cx="2431015" cy="1148945"/>
          </a:xfrm>
          <a:prstGeom prst="rect">
            <a:avLst/>
          </a:prstGeom>
        </p:spPr>
        <p:txBody>
          <a:bodyPr/>
          <a:lstStyle>
            <a:lvl1pPr marL="0" indent="0" algn="ctr">
              <a:lnSpc>
                <a:spcPct val="125000"/>
              </a:lnSpc>
              <a:spcBef>
                <a:spcPts val="0"/>
              </a:spcBef>
              <a:buNone/>
              <a:defRPr sz="1400" cap="none" spc="100" baseline="0">
                <a:solidFill>
                  <a:schemeClr val="accent6"/>
                </a:solidFill>
                <a:latin typeface="+mn-lt"/>
              </a:defRPr>
            </a:lvl1pPr>
          </a:lstStyle>
          <a:p>
            <a:pPr lvl="0"/>
            <a:r>
              <a:rPr lang="en-US"/>
              <a:t>Click to add text</a:t>
            </a:r>
          </a:p>
        </p:txBody>
      </p:sp>
      <p:sp>
        <p:nvSpPr>
          <p:cNvPr id="18" name="Text Placeholder 10">
            <a:extLst>
              <a:ext uri="{FF2B5EF4-FFF2-40B4-BE49-F238E27FC236}">
                <a16:creationId xmlns:a16="http://schemas.microsoft.com/office/drawing/2014/main" id="{D63BCEA8-1DF2-474C-A867-36E22D2F6114}"/>
              </a:ext>
            </a:extLst>
          </p:cNvPr>
          <p:cNvSpPr>
            <a:spLocks noGrp="1"/>
          </p:cNvSpPr>
          <p:nvPr>
            <p:ph type="body" sz="quarter" idx="33" hasCustomPrompt="1"/>
          </p:nvPr>
        </p:nvSpPr>
        <p:spPr>
          <a:xfrm>
            <a:off x="2989603" y="1124727"/>
            <a:ext cx="6212793" cy="568896"/>
          </a:xfrm>
          <a:prstGeom prst="rect">
            <a:avLst/>
          </a:prstGeom>
        </p:spPr>
        <p:txBody>
          <a:bodyPr anchor="ctr"/>
          <a:lstStyle>
            <a:lvl1pPr marL="0" indent="0" algn="ctr">
              <a:buNone/>
              <a:defRPr sz="2000" cap="none" spc="100" baseline="0">
                <a:solidFill>
                  <a:schemeClr val="accent1"/>
                </a:solidFill>
                <a:latin typeface="Avenir Next LT Pro" panose="020B0504020202020204" pitchFamily="34" charset="0"/>
              </a:defRPr>
            </a:lvl1pPr>
          </a:lstStyle>
          <a:p>
            <a:pPr lvl="0"/>
            <a:r>
              <a:rPr lang="en-US"/>
              <a:t>Click to add subtitle</a:t>
            </a:r>
          </a:p>
        </p:txBody>
      </p:sp>
      <p:sp>
        <p:nvSpPr>
          <p:cNvPr id="19" name="Text Placeholder 14">
            <a:extLst>
              <a:ext uri="{FF2B5EF4-FFF2-40B4-BE49-F238E27FC236}">
                <a16:creationId xmlns:a16="http://schemas.microsoft.com/office/drawing/2014/main" id="{6F23D9F0-2D86-4938-96EE-A32A42E6DBFB}"/>
              </a:ext>
            </a:extLst>
          </p:cNvPr>
          <p:cNvSpPr>
            <a:spLocks noGrp="1"/>
          </p:cNvSpPr>
          <p:nvPr>
            <p:ph type="body" sz="quarter" idx="26" hasCustomPrompt="1"/>
          </p:nvPr>
        </p:nvSpPr>
        <p:spPr>
          <a:xfrm>
            <a:off x="2206278" y="2482446"/>
            <a:ext cx="1581912" cy="1581912"/>
          </a:xfrm>
          <a:prstGeom prst="ellipse">
            <a:avLst/>
          </a:prstGeom>
          <a:solidFill>
            <a:schemeClr val="accent6"/>
          </a:solidFill>
        </p:spPr>
        <p:txBody>
          <a:bodyPr anchor="ctr"/>
          <a:lstStyle>
            <a:lvl1pPr marL="0" indent="0" algn="ctr">
              <a:lnSpc>
                <a:spcPct val="100000"/>
              </a:lnSpc>
              <a:spcBef>
                <a:spcPts val="0"/>
              </a:spcBef>
              <a:buNone/>
              <a:defRPr sz="1600" cap="all" spc="200" baseline="0">
                <a:solidFill>
                  <a:schemeClr val="bg1"/>
                </a:solidFill>
                <a:latin typeface="+mj-lt"/>
              </a:defRPr>
            </a:lvl1pPr>
          </a:lstStyle>
          <a:p>
            <a:pPr lvl="0"/>
            <a:r>
              <a:rPr lang="en-US"/>
              <a:t>Click to add name</a:t>
            </a:r>
          </a:p>
        </p:txBody>
      </p:sp>
      <p:sp>
        <p:nvSpPr>
          <p:cNvPr id="20" name="Text Placeholder 14">
            <a:extLst>
              <a:ext uri="{FF2B5EF4-FFF2-40B4-BE49-F238E27FC236}">
                <a16:creationId xmlns:a16="http://schemas.microsoft.com/office/drawing/2014/main" id="{154C8C8A-D882-4AB4-BD1F-8D2E1EF0A811}"/>
              </a:ext>
            </a:extLst>
          </p:cNvPr>
          <p:cNvSpPr>
            <a:spLocks noGrp="1"/>
          </p:cNvSpPr>
          <p:nvPr>
            <p:ph type="body" sz="quarter" idx="27" hasCustomPrompt="1"/>
          </p:nvPr>
        </p:nvSpPr>
        <p:spPr>
          <a:xfrm>
            <a:off x="5426320" y="2482446"/>
            <a:ext cx="1581912" cy="1581912"/>
          </a:xfrm>
          <a:prstGeom prst="ellipse">
            <a:avLst/>
          </a:prstGeom>
          <a:solidFill>
            <a:schemeClr val="accent4"/>
          </a:solidFill>
        </p:spPr>
        <p:txBody>
          <a:bodyPr anchor="ctr"/>
          <a:lstStyle>
            <a:lvl1pPr marL="0" indent="0" algn="ctr">
              <a:lnSpc>
                <a:spcPct val="100000"/>
              </a:lnSpc>
              <a:spcBef>
                <a:spcPts val="0"/>
              </a:spcBef>
              <a:buNone/>
              <a:defRPr sz="1600" cap="all" spc="200" baseline="0">
                <a:solidFill>
                  <a:schemeClr val="bg1"/>
                </a:solidFill>
                <a:latin typeface="+mj-lt"/>
              </a:defRPr>
            </a:lvl1pPr>
          </a:lstStyle>
          <a:p>
            <a:pPr lvl="0"/>
            <a:r>
              <a:rPr lang="en-US" dirty="0"/>
              <a:t>Click to add name</a:t>
            </a:r>
          </a:p>
        </p:txBody>
      </p:sp>
      <p:sp>
        <p:nvSpPr>
          <p:cNvPr id="21" name="Text Placeholder 14">
            <a:extLst>
              <a:ext uri="{FF2B5EF4-FFF2-40B4-BE49-F238E27FC236}">
                <a16:creationId xmlns:a16="http://schemas.microsoft.com/office/drawing/2014/main" id="{48F571DC-88C7-42E3-8699-F9C41BE828F3}"/>
              </a:ext>
            </a:extLst>
          </p:cNvPr>
          <p:cNvSpPr>
            <a:spLocks noGrp="1"/>
          </p:cNvSpPr>
          <p:nvPr>
            <p:ph type="body" sz="quarter" idx="28" hasCustomPrompt="1"/>
          </p:nvPr>
        </p:nvSpPr>
        <p:spPr>
          <a:xfrm>
            <a:off x="8569996" y="2482446"/>
            <a:ext cx="1581912" cy="1581912"/>
          </a:xfrm>
          <a:prstGeom prst="ellipse">
            <a:avLst/>
          </a:prstGeom>
          <a:solidFill>
            <a:schemeClr val="accent3">
              <a:lumMod val="50000"/>
            </a:schemeClr>
          </a:solidFill>
        </p:spPr>
        <p:txBody>
          <a:bodyPr anchor="ctr"/>
          <a:lstStyle>
            <a:lvl1pPr marL="0" indent="0" algn="ctr">
              <a:lnSpc>
                <a:spcPct val="100000"/>
              </a:lnSpc>
              <a:spcBef>
                <a:spcPts val="0"/>
              </a:spcBef>
              <a:buNone/>
              <a:defRPr sz="1600" cap="all" spc="200" baseline="0">
                <a:solidFill>
                  <a:schemeClr val="bg1"/>
                </a:solidFill>
                <a:latin typeface="+mj-lt"/>
              </a:defRPr>
            </a:lvl1pPr>
          </a:lstStyle>
          <a:p>
            <a:pPr lvl="0"/>
            <a:r>
              <a:rPr lang="en-US" dirty="0"/>
              <a:t>Click to add name</a:t>
            </a:r>
          </a:p>
        </p:txBody>
      </p:sp>
    </p:spTree>
    <p:extLst>
      <p:ext uri="{BB962C8B-B14F-4D97-AF65-F5344CB8AC3E}">
        <p14:creationId xmlns:p14="http://schemas.microsoft.com/office/powerpoint/2010/main" val="4852224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action">
    <p:bg>
      <p:bgPr>
        <a:solidFill>
          <a:schemeClr val="accent6"/>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1F48AB2-7C16-4B56-A53A-93B714BC1722}"/>
              </a:ext>
            </a:extLst>
          </p:cNvPr>
          <p:cNvSpPr>
            <a:spLocks noGrp="1"/>
          </p:cNvSpPr>
          <p:nvPr>
            <p:ph type="dt" sz="half" idx="10"/>
          </p:nvPr>
        </p:nvSpPr>
        <p:spPr/>
        <p:txBody>
          <a:bodyPr/>
          <a:lstStyle>
            <a:lvl1pPr>
              <a:defRPr>
                <a:solidFill>
                  <a:schemeClr val="accent6">
                    <a:lumMod val="25000"/>
                    <a:lumOff val="75000"/>
                  </a:schemeClr>
                </a:solidFill>
              </a:defRPr>
            </a:lvl1pPr>
          </a:lstStyle>
          <a:p>
            <a:r>
              <a:rPr lang="en-US" dirty="0"/>
              <a:t>8/03/20XX</a:t>
            </a:r>
          </a:p>
        </p:txBody>
      </p:sp>
      <p:sp>
        <p:nvSpPr>
          <p:cNvPr id="4" name="Footer Placeholder 3">
            <a:extLst>
              <a:ext uri="{FF2B5EF4-FFF2-40B4-BE49-F238E27FC236}">
                <a16:creationId xmlns:a16="http://schemas.microsoft.com/office/drawing/2014/main" id="{FBBB994E-24A9-40A8-93EB-5515D89EE926}"/>
              </a:ext>
            </a:extLst>
          </p:cNvPr>
          <p:cNvSpPr>
            <a:spLocks noGrp="1"/>
          </p:cNvSpPr>
          <p:nvPr>
            <p:ph type="ftr" sz="quarter" idx="11"/>
          </p:nvPr>
        </p:nvSpPr>
        <p:spPr/>
        <p:txBody>
          <a:bodyPr/>
          <a:lstStyle>
            <a:lvl1pPr>
              <a:defRPr>
                <a:solidFill>
                  <a:schemeClr val="accent6">
                    <a:lumMod val="25000"/>
                    <a:lumOff val="75000"/>
                  </a:schemeClr>
                </a:solidFill>
              </a:defRPr>
            </a:lvl1pPr>
          </a:lstStyle>
          <a:p>
            <a:r>
              <a:rPr lang="en-US" dirty="0"/>
              <a:t>PITCH DECK</a:t>
            </a:r>
          </a:p>
        </p:txBody>
      </p:sp>
      <p:sp>
        <p:nvSpPr>
          <p:cNvPr id="5" name="Slide Number Placeholder 4">
            <a:extLst>
              <a:ext uri="{FF2B5EF4-FFF2-40B4-BE49-F238E27FC236}">
                <a16:creationId xmlns:a16="http://schemas.microsoft.com/office/drawing/2014/main" id="{B0DF8D0D-83A0-4570-97D9-255518FCEEF8}"/>
              </a:ext>
            </a:extLst>
          </p:cNvPr>
          <p:cNvSpPr>
            <a:spLocks noGrp="1"/>
          </p:cNvSpPr>
          <p:nvPr>
            <p:ph type="sldNum" sz="quarter" idx="12"/>
          </p:nvPr>
        </p:nvSpPr>
        <p:spPr/>
        <p:txBody>
          <a:bodyPr/>
          <a:lstStyle>
            <a:lvl1pPr>
              <a:defRPr>
                <a:solidFill>
                  <a:schemeClr val="accent6">
                    <a:lumMod val="25000"/>
                    <a:lumOff val="75000"/>
                  </a:schemeClr>
                </a:solidFill>
              </a:defRPr>
            </a:lvl1pPr>
          </a:lstStyle>
          <a:p>
            <a:fld id="{4F6357DA-28E9-40D3-918C-4D14E8263D81}" type="slidenum">
              <a:rPr lang="en-US" smtClean="0"/>
              <a:pPr/>
              <a:t>‹#›</a:t>
            </a:fld>
            <a:endParaRPr lang="en-US" dirty="0"/>
          </a:p>
        </p:txBody>
      </p:sp>
      <p:sp>
        <p:nvSpPr>
          <p:cNvPr id="6" name="Title 1">
            <a:extLst>
              <a:ext uri="{FF2B5EF4-FFF2-40B4-BE49-F238E27FC236}">
                <a16:creationId xmlns:a16="http://schemas.microsoft.com/office/drawing/2014/main" id="{F9591A4D-603C-42D9-AA8F-07BD22871E57}"/>
              </a:ext>
            </a:extLst>
          </p:cNvPr>
          <p:cNvSpPr>
            <a:spLocks noGrp="1"/>
          </p:cNvSpPr>
          <p:nvPr>
            <p:ph type="ctrTitle" hasCustomPrompt="1"/>
          </p:nvPr>
        </p:nvSpPr>
        <p:spPr>
          <a:xfrm>
            <a:off x="3160939" y="725448"/>
            <a:ext cx="5870122" cy="639955"/>
          </a:xfrm>
          <a:prstGeom prst="rect">
            <a:avLst/>
          </a:prstGeom>
        </p:spPr>
        <p:txBody>
          <a:bodyPr anchor="ctr"/>
          <a:lstStyle>
            <a:lvl1pPr algn="ctr">
              <a:defRPr sz="2200" cap="all" spc="200" baseline="0">
                <a:solidFill>
                  <a:schemeClr val="bg1"/>
                </a:solidFill>
                <a:latin typeface="+mj-lt"/>
              </a:defRPr>
            </a:lvl1pPr>
          </a:lstStyle>
          <a:p>
            <a:r>
              <a:rPr lang="en-US"/>
              <a:t>Click to add title</a:t>
            </a:r>
          </a:p>
        </p:txBody>
      </p:sp>
      <p:sp>
        <p:nvSpPr>
          <p:cNvPr id="11" name="Text Placeholder 10">
            <a:extLst>
              <a:ext uri="{FF2B5EF4-FFF2-40B4-BE49-F238E27FC236}">
                <a16:creationId xmlns:a16="http://schemas.microsoft.com/office/drawing/2014/main" id="{5FB9A868-1432-40BF-A3DF-CB2F95429888}"/>
              </a:ext>
            </a:extLst>
          </p:cNvPr>
          <p:cNvSpPr>
            <a:spLocks noGrp="1"/>
          </p:cNvSpPr>
          <p:nvPr>
            <p:ph type="body" sz="quarter" idx="25" hasCustomPrompt="1"/>
          </p:nvPr>
        </p:nvSpPr>
        <p:spPr>
          <a:xfrm>
            <a:off x="6274141" y="2326023"/>
            <a:ext cx="4998576" cy="448769"/>
          </a:xfrm>
          <a:prstGeom prst="rect">
            <a:avLst/>
          </a:prstGeom>
        </p:spPr>
        <p:txBody>
          <a:bodyPr/>
          <a:lstStyle>
            <a:lvl1pPr marL="0" indent="0" algn="ctr">
              <a:buNone/>
              <a:defRPr sz="1400" cap="all" spc="200" baseline="0">
                <a:solidFill>
                  <a:schemeClr val="bg1"/>
                </a:solidFill>
                <a:latin typeface="+mj-lt"/>
              </a:defRPr>
            </a:lvl1pPr>
          </a:lstStyle>
          <a:p>
            <a:pPr lvl="0"/>
            <a:r>
              <a:rPr lang="en-US"/>
              <a:t>Click to add title</a:t>
            </a:r>
          </a:p>
        </p:txBody>
      </p:sp>
      <p:sp>
        <p:nvSpPr>
          <p:cNvPr id="31" name="Text Placeholder 10">
            <a:extLst>
              <a:ext uri="{FF2B5EF4-FFF2-40B4-BE49-F238E27FC236}">
                <a16:creationId xmlns:a16="http://schemas.microsoft.com/office/drawing/2014/main" id="{6772DEF8-21EE-47DD-AE5F-1EC03FDCF7D4}"/>
              </a:ext>
            </a:extLst>
          </p:cNvPr>
          <p:cNvSpPr>
            <a:spLocks noGrp="1"/>
          </p:cNvSpPr>
          <p:nvPr>
            <p:ph type="body" sz="quarter" idx="34" hasCustomPrompt="1"/>
          </p:nvPr>
        </p:nvSpPr>
        <p:spPr>
          <a:xfrm>
            <a:off x="910838" y="2326023"/>
            <a:ext cx="5007023" cy="448769"/>
          </a:xfrm>
          <a:prstGeom prst="rect">
            <a:avLst/>
          </a:prstGeom>
        </p:spPr>
        <p:txBody>
          <a:bodyPr/>
          <a:lstStyle>
            <a:lvl1pPr marL="0" indent="0" algn="ctr">
              <a:buNone/>
              <a:defRPr sz="1400" cap="all" spc="200" baseline="0">
                <a:solidFill>
                  <a:schemeClr val="bg1"/>
                </a:solidFill>
                <a:latin typeface="+mj-lt"/>
              </a:defRPr>
            </a:lvl1pPr>
          </a:lstStyle>
          <a:p>
            <a:pPr lvl="0"/>
            <a:r>
              <a:rPr lang="en-US"/>
              <a:t>Click to add title</a:t>
            </a:r>
          </a:p>
        </p:txBody>
      </p:sp>
      <p:sp>
        <p:nvSpPr>
          <p:cNvPr id="37" name="Text Placeholder 10">
            <a:extLst>
              <a:ext uri="{FF2B5EF4-FFF2-40B4-BE49-F238E27FC236}">
                <a16:creationId xmlns:a16="http://schemas.microsoft.com/office/drawing/2014/main" id="{BC31E94F-1411-4EA2-8AB2-A76E9A578372}"/>
              </a:ext>
            </a:extLst>
          </p:cNvPr>
          <p:cNvSpPr>
            <a:spLocks noGrp="1"/>
          </p:cNvSpPr>
          <p:nvPr>
            <p:ph type="body" sz="quarter" idx="33" hasCustomPrompt="1"/>
          </p:nvPr>
        </p:nvSpPr>
        <p:spPr>
          <a:xfrm>
            <a:off x="3160940" y="1113029"/>
            <a:ext cx="5870121" cy="568896"/>
          </a:xfrm>
          <a:prstGeom prst="rect">
            <a:avLst/>
          </a:prstGeom>
        </p:spPr>
        <p:txBody>
          <a:bodyPr anchor="ctr"/>
          <a:lstStyle>
            <a:lvl1pPr marL="0" indent="0" algn="ctr">
              <a:buNone/>
              <a:defRPr sz="2000" cap="none" spc="100" baseline="0">
                <a:solidFill>
                  <a:schemeClr val="bg1"/>
                </a:solidFill>
                <a:latin typeface="Avenir Next LT Pro" panose="020B0504020202020204" pitchFamily="34" charset="0"/>
              </a:defRPr>
            </a:lvl1pPr>
          </a:lstStyle>
          <a:p>
            <a:pPr lvl="0"/>
            <a:r>
              <a:rPr lang="en-US" dirty="0"/>
              <a:t>Click to add subtitle</a:t>
            </a:r>
          </a:p>
        </p:txBody>
      </p:sp>
      <p:sp>
        <p:nvSpPr>
          <p:cNvPr id="15" name="Content Placeholder 14">
            <a:extLst>
              <a:ext uri="{FF2B5EF4-FFF2-40B4-BE49-F238E27FC236}">
                <a16:creationId xmlns:a16="http://schemas.microsoft.com/office/drawing/2014/main" id="{AF0062E6-1EBE-4CBF-B0D1-4737DBF54008}"/>
              </a:ext>
            </a:extLst>
          </p:cNvPr>
          <p:cNvSpPr>
            <a:spLocks noGrp="1"/>
          </p:cNvSpPr>
          <p:nvPr>
            <p:ph sz="quarter" idx="36"/>
          </p:nvPr>
        </p:nvSpPr>
        <p:spPr>
          <a:xfrm>
            <a:off x="906949" y="2925763"/>
            <a:ext cx="5010912" cy="2651760"/>
          </a:xfrm>
          <a:prstGeom prst="rect">
            <a:avLst/>
          </a:prstGeom>
        </p:spPr>
        <p:txBody>
          <a:bodyPr/>
          <a:lstStyle>
            <a:lvl1pPr>
              <a:defRPr>
                <a:solidFill>
                  <a:schemeClr val="bg1">
                    <a:lumMod val="95000"/>
                  </a:schemeClr>
                </a:solidFill>
              </a:defRPr>
            </a:lvl1pPr>
            <a:lvl2pPr>
              <a:defRPr>
                <a:solidFill>
                  <a:schemeClr val="bg1">
                    <a:lumMod val="95000"/>
                  </a:schemeClr>
                </a:solidFill>
              </a:defRPr>
            </a:lvl2pPr>
            <a:lvl3pPr>
              <a:defRPr>
                <a:solidFill>
                  <a:schemeClr val="bg1">
                    <a:lumMod val="95000"/>
                  </a:schemeClr>
                </a:solidFill>
              </a:defRPr>
            </a:lvl3pPr>
            <a:lvl4pPr>
              <a:defRPr>
                <a:solidFill>
                  <a:schemeClr val="bg1">
                    <a:lumMod val="95000"/>
                  </a:schemeClr>
                </a:solidFill>
              </a:defRPr>
            </a:lvl4pPr>
            <a:lvl5pPr>
              <a:defRPr>
                <a:solidFill>
                  <a:schemeClr val="bg1">
                    <a:lumMod val="9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4">
            <a:extLst>
              <a:ext uri="{FF2B5EF4-FFF2-40B4-BE49-F238E27FC236}">
                <a16:creationId xmlns:a16="http://schemas.microsoft.com/office/drawing/2014/main" id="{0E683F27-7485-420D-A15D-93A48B8CFD27}"/>
              </a:ext>
            </a:extLst>
          </p:cNvPr>
          <p:cNvSpPr>
            <a:spLocks noGrp="1"/>
          </p:cNvSpPr>
          <p:nvPr>
            <p:ph sz="quarter" idx="37"/>
          </p:nvPr>
        </p:nvSpPr>
        <p:spPr>
          <a:xfrm>
            <a:off x="6261805" y="2874716"/>
            <a:ext cx="5010912" cy="2651760"/>
          </a:xfrm>
          <a:prstGeom prst="rect">
            <a:avLst/>
          </a:prstGeom>
        </p:spPr>
        <p:txBody>
          <a:bodyPr/>
          <a:lstStyle>
            <a:lvl1pPr>
              <a:defRPr>
                <a:solidFill>
                  <a:schemeClr val="bg1">
                    <a:lumMod val="95000"/>
                  </a:schemeClr>
                </a:solidFill>
              </a:defRPr>
            </a:lvl1pPr>
            <a:lvl2pPr>
              <a:defRPr>
                <a:solidFill>
                  <a:schemeClr val="bg1">
                    <a:lumMod val="95000"/>
                  </a:schemeClr>
                </a:solidFill>
              </a:defRPr>
            </a:lvl2pPr>
            <a:lvl3pPr>
              <a:defRPr>
                <a:solidFill>
                  <a:schemeClr val="bg1">
                    <a:lumMod val="95000"/>
                  </a:schemeClr>
                </a:solidFill>
              </a:defRPr>
            </a:lvl3pPr>
            <a:lvl4pPr>
              <a:defRPr>
                <a:solidFill>
                  <a:schemeClr val="bg1">
                    <a:lumMod val="95000"/>
                  </a:schemeClr>
                </a:solidFill>
              </a:defRPr>
            </a:lvl4pPr>
            <a:lvl5pPr>
              <a:defRPr>
                <a:solidFill>
                  <a:schemeClr val="bg1">
                    <a:lumMod val="9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537595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Year Action Plan">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9F6C305-4C96-4875-9AEF-C88E3E62D330}"/>
              </a:ext>
            </a:extLst>
          </p:cNvPr>
          <p:cNvSpPr>
            <a:spLocks noGrp="1"/>
          </p:cNvSpPr>
          <p:nvPr>
            <p:ph type="dt" sz="half" idx="10"/>
          </p:nvPr>
        </p:nvSpPr>
        <p:spPr/>
        <p:txBody>
          <a:bodyPr/>
          <a:lstStyle>
            <a:lvl1pPr>
              <a:defRPr>
                <a:solidFill>
                  <a:schemeClr val="bg2">
                    <a:lumMod val="50000"/>
                  </a:schemeClr>
                </a:solidFill>
              </a:defRPr>
            </a:lvl1pPr>
          </a:lstStyle>
          <a:p>
            <a:r>
              <a:rPr lang="en-US" dirty="0"/>
              <a:t>8/03/20XX</a:t>
            </a:r>
          </a:p>
        </p:txBody>
      </p:sp>
      <p:sp>
        <p:nvSpPr>
          <p:cNvPr id="4" name="Footer Placeholder 3">
            <a:extLst>
              <a:ext uri="{FF2B5EF4-FFF2-40B4-BE49-F238E27FC236}">
                <a16:creationId xmlns:a16="http://schemas.microsoft.com/office/drawing/2014/main" id="{2FFFF3E7-19BF-4E1B-86A9-BB3CBD8978FE}"/>
              </a:ext>
            </a:extLst>
          </p:cNvPr>
          <p:cNvSpPr>
            <a:spLocks noGrp="1"/>
          </p:cNvSpPr>
          <p:nvPr>
            <p:ph type="ftr" sz="quarter" idx="11"/>
          </p:nvPr>
        </p:nvSpPr>
        <p:spPr/>
        <p:txBody>
          <a:bodyPr/>
          <a:lstStyle>
            <a:lvl1pPr>
              <a:defRPr>
                <a:solidFill>
                  <a:schemeClr val="bg2">
                    <a:lumMod val="50000"/>
                  </a:schemeClr>
                </a:solidFill>
              </a:defRPr>
            </a:lvl1pPr>
          </a:lstStyle>
          <a:p>
            <a:r>
              <a:rPr lang="en-US" dirty="0"/>
              <a:t>PITCH DECK</a:t>
            </a:r>
          </a:p>
        </p:txBody>
      </p:sp>
      <p:sp>
        <p:nvSpPr>
          <p:cNvPr id="5" name="Slide Number Placeholder 4">
            <a:extLst>
              <a:ext uri="{FF2B5EF4-FFF2-40B4-BE49-F238E27FC236}">
                <a16:creationId xmlns:a16="http://schemas.microsoft.com/office/drawing/2014/main" id="{09CD6203-1BDD-481A-8B5A-0CE7676C81E3}"/>
              </a:ext>
            </a:extLst>
          </p:cNvPr>
          <p:cNvSpPr>
            <a:spLocks noGrp="1"/>
          </p:cNvSpPr>
          <p:nvPr>
            <p:ph type="sldNum" sz="quarter" idx="12"/>
          </p:nvPr>
        </p:nvSpPr>
        <p:spPr/>
        <p:txBody>
          <a:bodyPr/>
          <a:lstStyle>
            <a:lvl1pPr>
              <a:defRPr>
                <a:solidFill>
                  <a:schemeClr val="bg2">
                    <a:lumMod val="50000"/>
                  </a:schemeClr>
                </a:solidFill>
              </a:defRPr>
            </a:lvl1pPr>
          </a:lstStyle>
          <a:p>
            <a:fld id="{4F6357DA-28E9-40D3-918C-4D14E8263D81}" type="slidenum">
              <a:rPr lang="en-US" smtClean="0"/>
              <a:pPr/>
              <a:t>‹#›</a:t>
            </a:fld>
            <a:endParaRPr lang="en-US" dirty="0"/>
          </a:p>
        </p:txBody>
      </p:sp>
      <p:sp>
        <p:nvSpPr>
          <p:cNvPr id="6" name="Title 1">
            <a:extLst>
              <a:ext uri="{FF2B5EF4-FFF2-40B4-BE49-F238E27FC236}">
                <a16:creationId xmlns:a16="http://schemas.microsoft.com/office/drawing/2014/main" id="{26458F71-90A6-4816-BD12-E5F24297EB50}"/>
              </a:ext>
            </a:extLst>
          </p:cNvPr>
          <p:cNvSpPr>
            <a:spLocks noGrp="1"/>
          </p:cNvSpPr>
          <p:nvPr>
            <p:ph type="ctrTitle" hasCustomPrompt="1"/>
          </p:nvPr>
        </p:nvSpPr>
        <p:spPr>
          <a:xfrm>
            <a:off x="832040" y="724868"/>
            <a:ext cx="4386945" cy="639955"/>
          </a:xfrm>
          <a:prstGeom prst="rect">
            <a:avLst/>
          </a:prstGeom>
        </p:spPr>
        <p:txBody>
          <a:bodyPr anchor="ctr"/>
          <a:lstStyle>
            <a:lvl1pPr algn="l">
              <a:defRPr sz="2200" cap="all" spc="200" baseline="0">
                <a:solidFill>
                  <a:schemeClr val="accent1"/>
                </a:solidFill>
                <a:latin typeface="+mj-lt"/>
              </a:defRPr>
            </a:lvl1pPr>
          </a:lstStyle>
          <a:p>
            <a:r>
              <a:rPr lang="en-US"/>
              <a:t>Click to add title</a:t>
            </a:r>
          </a:p>
        </p:txBody>
      </p:sp>
      <p:sp>
        <p:nvSpPr>
          <p:cNvPr id="15" name="Text Placeholder 14">
            <a:extLst>
              <a:ext uri="{FF2B5EF4-FFF2-40B4-BE49-F238E27FC236}">
                <a16:creationId xmlns:a16="http://schemas.microsoft.com/office/drawing/2014/main" id="{C65C6C0E-E988-4670-AC4F-46DF25AB1AA9}"/>
              </a:ext>
            </a:extLst>
          </p:cNvPr>
          <p:cNvSpPr>
            <a:spLocks noGrp="1"/>
          </p:cNvSpPr>
          <p:nvPr>
            <p:ph type="body" sz="quarter" idx="17" hasCustomPrompt="1"/>
          </p:nvPr>
        </p:nvSpPr>
        <p:spPr>
          <a:xfrm>
            <a:off x="1712346" y="3027930"/>
            <a:ext cx="495300" cy="652276"/>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16" name="Text Placeholder 14">
            <a:extLst>
              <a:ext uri="{FF2B5EF4-FFF2-40B4-BE49-F238E27FC236}">
                <a16:creationId xmlns:a16="http://schemas.microsoft.com/office/drawing/2014/main" id="{D08F3328-96B5-4F00-9D88-C2B1CFB100B9}"/>
              </a:ext>
            </a:extLst>
          </p:cNvPr>
          <p:cNvSpPr>
            <a:spLocks noGrp="1"/>
          </p:cNvSpPr>
          <p:nvPr>
            <p:ph type="body" sz="quarter" idx="18" hasCustomPrompt="1"/>
          </p:nvPr>
        </p:nvSpPr>
        <p:spPr>
          <a:xfrm>
            <a:off x="2501761" y="3027930"/>
            <a:ext cx="495300" cy="652276"/>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17" name="Text Placeholder 14">
            <a:extLst>
              <a:ext uri="{FF2B5EF4-FFF2-40B4-BE49-F238E27FC236}">
                <a16:creationId xmlns:a16="http://schemas.microsoft.com/office/drawing/2014/main" id="{AF2A90E7-217C-439F-A3C7-41589A223FBC}"/>
              </a:ext>
            </a:extLst>
          </p:cNvPr>
          <p:cNvSpPr>
            <a:spLocks noGrp="1"/>
          </p:cNvSpPr>
          <p:nvPr>
            <p:ph type="body" sz="quarter" idx="19" hasCustomPrompt="1"/>
          </p:nvPr>
        </p:nvSpPr>
        <p:spPr>
          <a:xfrm>
            <a:off x="3230365" y="3027930"/>
            <a:ext cx="615309" cy="652276"/>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18" name="Text Placeholder 14">
            <a:extLst>
              <a:ext uri="{FF2B5EF4-FFF2-40B4-BE49-F238E27FC236}">
                <a16:creationId xmlns:a16="http://schemas.microsoft.com/office/drawing/2014/main" id="{8553117D-AEE8-4CDA-9B76-4465B03947A6}"/>
              </a:ext>
            </a:extLst>
          </p:cNvPr>
          <p:cNvSpPr>
            <a:spLocks noGrp="1"/>
          </p:cNvSpPr>
          <p:nvPr>
            <p:ph type="body" sz="quarter" idx="20" hasCustomPrompt="1"/>
          </p:nvPr>
        </p:nvSpPr>
        <p:spPr>
          <a:xfrm>
            <a:off x="4080591" y="3027930"/>
            <a:ext cx="495300" cy="652276"/>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19" name="Text Placeholder 14">
            <a:extLst>
              <a:ext uri="{FF2B5EF4-FFF2-40B4-BE49-F238E27FC236}">
                <a16:creationId xmlns:a16="http://schemas.microsoft.com/office/drawing/2014/main" id="{D768892F-3B07-49B8-B76F-DA245223D26A}"/>
              </a:ext>
            </a:extLst>
          </p:cNvPr>
          <p:cNvSpPr>
            <a:spLocks noGrp="1"/>
          </p:cNvSpPr>
          <p:nvPr>
            <p:ph type="body" sz="quarter" idx="21" hasCustomPrompt="1"/>
          </p:nvPr>
        </p:nvSpPr>
        <p:spPr>
          <a:xfrm>
            <a:off x="4810807" y="3027930"/>
            <a:ext cx="615310" cy="652276"/>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0" name="Text Placeholder 14">
            <a:extLst>
              <a:ext uri="{FF2B5EF4-FFF2-40B4-BE49-F238E27FC236}">
                <a16:creationId xmlns:a16="http://schemas.microsoft.com/office/drawing/2014/main" id="{5C805EDD-6FC0-466B-B5E2-AA7150A85836}"/>
              </a:ext>
            </a:extLst>
          </p:cNvPr>
          <p:cNvSpPr>
            <a:spLocks noGrp="1"/>
          </p:cNvSpPr>
          <p:nvPr>
            <p:ph type="body" sz="quarter" idx="22" hasCustomPrompt="1"/>
          </p:nvPr>
        </p:nvSpPr>
        <p:spPr>
          <a:xfrm>
            <a:off x="5659421" y="3027930"/>
            <a:ext cx="495300" cy="652276"/>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1" name="Text Placeholder 14">
            <a:extLst>
              <a:ext uri="{FF2B5EF4-FFF2-40B4-BE49-F238E27FC236}">
                <a16:creationId xmlns:a16="http://schemas.microsoft.com/office/drawing/2014/main" id="{9D2E9DFD-B289-41E0-A706-0DF99250C3A8}"/>
              </a:ext>
            </a:extLst>
          </p:cNvPr>
          <p:cNvSpPr>
            <a:spLocks noGrp="1"/>
          </p:cNvSpPr>
          <p:nvPr>
            <p:ph type="body" sz="quarter" idx="23" hasCustomPrompt="1"/>
          </p:nvPr>
        </p:nvSpPr>
        <p:spPr>
          <a:xfrm>
            <a:off x="6448836" y="3027930"/>
            <a:ext cx="495300" cy="652276"/>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2" name="Text Placeholder 14">
            <a:extLst>
              <a:ext uri="{FF2B5EF4-FFF2-40B4-BE49-F238E27FC236}">
                <a16:creationId xmlns:a16="http://schemas.microsoft.com/office/drawing/2014/main" id="{29CFE769-E334-4852-98D4-D2686E7A177D}"/>
              </a:ext>
            </a:extLst>
          </p:cNvPr>
          <p:cNvSpPr>
            <a:spLocks noGrp="1"/>
          </p:cNvSpPr>
          <p:nvPr>
            <p:ph type="body" sz="quarter" idx="24" hasCustomPrompt="1"/>
          </p:nvPr>
        </p:nvSpPr>
        <p:spPr>
          <a:xfrm>
            <a:off x="7177978" y="3027930"/>
            <a:ext cx="615310" cy="652276"/>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3" name="Text Placeholder 14">
            <a:extLst>
              <a:ext uri="{FF2B5EF4-FFF2-40B4-BE49-F238E27FC236}">
                <a16:creationId xmlns:a16="http://schemas.microsoft.com/office/drawing/2014/main" id="{656E6239-48C4-41A4-9AA4-44A85F3A09DD}"/>
              </a:ext>
            </a:extLst>
          </p:cNvPr>
          <p:cNvSpPr>
            <a:spLocks noGrp="1"/>
          </p:cNvSpPr>
          <p:nvPr>
            <p:ph type="body" sz="quarter" idx="25" hasCustomPrompt="1"/>
          </p:nvPr>
        </p:nvSpPr>
        <p:spPr>
          <a:xfrm>
            <a:off x="8027666" y="3027930"/>
            <a:ext cx="495300" cy="652276"/>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4" name="Text Placeholder 14">
            <a:extLst>
              <a:ext uri="{FF2B5EF4-FFF2-40B4-BE49-F238E27FC236}">
                <a16:creationId xmlns:a16="http://schemas.microsoft.com/office/drawing/2014/main" id="{677AF2E7-6E1A-4486-9E9C-831E8AA4E31C}"/>
              </a:ext>
            </a:extLst>
          </p:cNvPr>
          <p:cNvSpPr>
            <a:spLocks noGrp="1"/>
          </p:cNvSpPr>
          <p:nvPr>
            <p:ph type="body" sz="quarter" idx="26" hasCustomPrompt="1"/>
          </p:nvPr>
        </p:nvSpPr>
        <p:spPr>
          <a:xfrm>
            <a:off x="8817081" y="3027930"/>
            <a:ext cx="495300" cy="652276"/>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5" name="Text Placeholder 14">
            <a:extLst>
              <a:ext uri="{FF2B5EF4-FFF2-40B4-BE49-F238E27FC236}">
                <a16:creationId xmlns:a16="http://schemas.microsoft.com/office/drawing/2014/main" id="{54CB8F8F-95F4-4C90-B6B0-E05E3FD39060}"/>
              </a:ext>
            </a:extLst>
          </p:cNvPr>
          <p:cNvSpPr>
            <a:spLocks noGrp="1"/>
          </p:cNvSpPr>
          <p:nvPr>
            <p:ph type="body" sz="quarter" idx="27" hasCustomPrompt="1"/>
          </p:nvPr>
        </p:nvSpPr>
        <p:spPr>
          <a:xfrm>
            <a:off x="9546420" y="3027930"/>
            <a:ext cx="615310" cy="652276"/>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6" name="Text Placeholder 14">
            <a:extLst>
              <a:ext uri="{FF2B5EF4-FFF2-40B4-BE49-F238E27FC236}">
                <a16:creationId xmlns:a16="http://schemas.microsoft.com/office/drawing/2014/main" id="{D4D4CBEB-ED3F-458B-89D4-BF7B87EEA701}"/>
              </a:ext>
            </a:extLst>
          </p:cNvPr>
          <p:cNvSpPr>
            <a:spLocks noGrp="1"/>
          </p:cNvSpPr>
          <p:nvPr>
            <p:ph type="body" sz="quarter" idx="28" hasCustomPrompt="1"/>
          </p:nvPr>
        </p:nvSpPr>
        <p:spPr>
          <a:xfrm>
            <a:off x="10395907" y="3027930"/>
            <a:ext cx="495300" cy="652276"/>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7" name="Text Placeholder 14">
            <a:extLst>
              <a:ext uri="{FF2B5EF4-FFF2-40B4-BE49-F238E27FC236}">
                <a16:creationId xmlns:a16="http://schemas.microsoft.com/office/drawing/2014/main" id="{7D178BD8-37BB-4369-9089-458E4AFC029B}"/>
              </a:ext>
            </a:extLst>
          </p:cNvPr>
          <p:cNvSpPr>
            <a:spLocks noGrp="1"/>
          </p:cNvSpPr>
          <p:nvPr>
            <p:ph type="body" sz="quarter" idx="29" hasCustomPrompt="1"/>
          </p:nvPr>
        </p:nvSpPr>
        <p:spPr>
          <a:xfrm>
            <a:off x="1712346" y="4871997"/>
            <a:ext cx="495300" cy="652272"/>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8" name="Text Placeholder 14">
            <a:extLst>
              <a:ext uri="{FF2B5EF4-FFF2-40B4-BE49-F238E27FC236}">
                <a16:creationId xmlns:a16="http://schemas.microsoft.com/office/drawing/2014/main" id="{EB35E26F-6E4D-49E5-8B52-C3DFC5DAED94}"/>
              </a:ext>
            </a:extLst>
          </p:cNvPr>
          <p:cNvSpPr>
            <a:spLocks noGrp="1"/>
          </p:cNvSpPr>
          <p:nvPr>
            <p:ph type="body" sz="quarter" idx="30" hasCustomPrompt="1"/>
          </p:nvPr>
        </p:nvSpPr>
        <p:spPr>
          <a:xfrm>
            <a:off x="2501761" y="4871997"/>
            <a:ext cx="495300" cy="652272"/>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29" name="Text Placeholder 14">
            <a:extLst>
              <a:ext uri="{FF2B5EF4-FFF2-40B4-BE49-F238E27FC236}">
                <a16:creationId xmlns:a16="http://schemas.microsoft.com/office/drawing/2014/main" id="{57091E21-E4FD-4EFC-A957-BC31C0E5E066}"/>
              </a:ext>
            </a:extLst>
          </p:cNvPr>
          <p:cNvSpPr>
            <a:spLocks noGrp="1"/>
          </p:cNvSpPr>
          <p:nvPr>
            <p:ph type="body" sz="quarter" idx="31" hasCustomPrompt="1"/>
          </p:nvPr>
        </p:nvSpPr>
        <p:spPr>
          <a:xfrm>
            <a:off x="3230365" y="4871997"/>
            <a:ext cx="615309" cy="652272"/>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0" name="Text Placeholder 14">
            <a:extLst>
              <a:ext uri="{FF2B5EF4-FFF2-40B4-BE49-F238E27FC236}">
                <a16:creationId xmlns:a16="http://schemas.microsoft.com/office/drawing/2014/main" id="{93BD433F-C233-4D3A-A836-157F6D8E7877}"/>
              </a:ext>
            </a:extLst>
          </p:cNvPr>
          <p:cNvSpPr>
            <a:spLocks noGrp="1"/>
          </p:cNvSpPr>
          <p:nvPr>
            <p:ph type="body" sz="quarter" idx="32" hasCustomPrompt="1"/>
          </p:nvPr>
        </p:nvSpPr>
        <p:spPr>
          <a:xfrm>
            <a:off x="4080591" y="4871997"/>
            <a:ext cx="495300" cy="652272"/>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1" name="Text Placeholder 14">
            <a:extLst>
              <a:ext uri="{FF2B5EF4-FFF2-40B4-BE49-F238E27FC236}">
                <a16:creationId xmlns:a16="http://schemas.microsoft.com/office/drawing/2014/main" id="{A047DD8B-C64B-4EEF-A394-1EF5D78C9199}"/>
              </a:ext>
            </a:extLst>
          </p:cNvPr>
          <p:cNvSpPr>
            <a:spLocks noGrp="1"/>
          </p:cNvSpPr>
          <p:nvPr>
            <p:ph type="body" sz="quarter" idx="33" hasCustomPrompt="1"/>
          </p:nvPr>
        </p:nvSpPr>
        <p:spPr>
          <a:xfrm>
            <a:off x="4810807" y="4871997"/>
            <a:ext cx="615310" cy="652272"/>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2" name="Text Placeholder 14">
            <a:extLst>
              <a:ext uri="{FF2B5EF4-FFF2-40B4-BE49-F238E27FC236}">
                <a16:creationId xmlns:a16="http://schemas.microsoft.com/office/drawing/2014/main" id="{9F7A3216-3089-45BC-B307-8D5B15FE5D06}"/>
              </a:ext>
            </a:extLst>
          </p:cNvPr>
          <p:cNvSpPr>
            <a:spLocks noGrp="1"/>
          </p:cNvSpPr>
          <p:nvPr>
            <p:ph type="body" sz="quarter" idx="34" hasCustomPrompt="1"/>
          </p:nvPr>
        </p:nvSpPr>
        <p:spPr>
          <a:xfrm>
            <a:off x="5659421" y="4871997"/>
            <a:ext cx="495300" cy="652272"/>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3" name="Text Placeholder 14">
            <a:extLst>
              <a:ext uri="{FF2B5EF4-FFF2-40B4-BE49-F238E27FC236}">
                <a16:creationId xmlns:a16="http://schemas.microsoft.com/office/drawing/2014/main" id="{C4C055EF-54DF-4BA1-A25C-B1010981E7CB}"/>
              </a:ext>
            </a:extLst>
          </p:cNvPr>
          <p:cNvSpPr>
            <a:spLocks noGrp="1"/>
          </p:cNvSpPr>
          <p:nvPr>
            <p:ph type="body" sz="quarter" idx="35" hasCustomPrompt="1"/>
          </p:nvPr>
        </p:nvSpPr>
        <p:spPr>
          <a:xfrm>
            <a:off x="6448836" y="4871997"/>
            <a:ext cx="495300" cy="652272"/>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4" name="Text Placeholder 14">
            <a:extLst>
              <a:ext uri="{FF2B5EF4-FFF2-40B4-BE49-F238E27FC236}">
                <a16:creationId xmlns:a16="http://schemas.microsoft.com/office/drawing/2014/main" id="{46C13F5D-6794-400F-906D-2D40EEEC343B}"/>
              </a:ext>
            </a:extLst>
          </p:cNvPr>
          <p:cNvSpPr>
            <a:spLocks noGrp="1"/>
          </p:cNvSpPr>
          <p:nvPr>
            <p:ph type="body" sz="quarter" idx="36" hasCustomPrompt="1"/>
          </p:nvPr>
        </p:nvSpPr>
        <p:spPr>
          <a:xfrm>
            <a:off x="7177978" y="4871997"/>
            <a:ext cx="615310" cy="652272"/>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5" name="Text Placeholder 14">
            <a:extLst>
              <a:ext uri="{FF2B5EF4-FFF2-40B4-BE49-F238E27FC236}">
                <a16:creationId xmlns:a16="http://schemas.microsoft.com/office/drawing/2014/main" id="{45714E98-02E2-48DF-9367-87F55E4FB6A8}"/>
              </a:ext>
            </a:extLst>
          </p:cNvPr>
          <p:cNvSpPr>
            <a:spLocks noGrp="1"/>
          </p:cNvSpPr>
          <p:nvPr>
            <p:ph type="body" sz="quarter" idx="37" hasCustomPrompt="1"/>
          </p:nvPr>
        </p:nvSpPr>
        <p:spPr>
          <a:xfrm>
            <a:off x="8027666" y="4871997"/>
            <a:ext cx="495300" cy="652272"/>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6" name="Text Placeholder 14">
            <a:extLst>
              <a:ext uri="{FF2B5EF4-FFF2-40B4-BE49-F238E27FC236}">
                <a16:creationId xmlns:a16="http://schemas.microsoft.com/office/drawing/2014/main" id="{9C13007C-3478-4694-B3D7-8AE2F4C80DEF}"/>
              </a:ext>
            </a:extLst>
          </p:cNvPr>
          <p:cNvSpPr>
            <a:spLocks noGrp="1"/>
          </p:cNvSpPr>
          <p:nvPr>
            <p:ph type="body" sz="quarter" idx="38" hasCustomPrompt="1"/>
          </p:nvPr>
        </p:nvSpPr>
        <p:spPr>
          <a:xfrm>
            <a:off x="8817081" y="4871997"/>
            <a:ext cx="495300" cy="652272"/>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7" name="Text Placeholder 14">
            <a:extLst>
              <a:ext uri="{FF2B5EF4-FFF2-40B4-BE49-F238E27FC236}">
                <a16:creationId xmlns:a16="http://schemas.microsoft.com/office/drawing/2014/main" id="{0F8E2313-703C-4CF3-9F33-F2FA123ED3BE}"/>
              </a:ext>
            </a:extLst>
          </p:cNvPr>
          <p:cNvSpPr>
            <a:spLocks noGrp="1"/>
          </p:cNvSpPr>
          <p:nvPr>
            <p:ph type="body" sz="quarter" idx="39" hasCustomPrompt="1"/>
          </p:nvPr>
        </p:nvSpPr>
        <p:spPr>
          <a:xfrm>
            <a:off x="9546420" y="4871997"/>
            <a:ext cx="615310" cy="652272"/>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38" name="Text Placeholder 14">
            <a:extLst>
              <a:ext uri="{FF2B5EF4-FFF2-40B4-BE49-F238E27FC236}">
                <a16:creationId xmlns:a16="http://schemas.microsoft.com/office/drawing/2014/main" id="{11BB185B-EE3A-4221-9885-0A23F6BB9B43}"/>
              </a:ext>
            </a:extLst>
          </p:cNvPr>
          <p:cNvSpPr>
            <a:spLocks noGrp="1"/>
          </p:cNvSpPr>
          <p:nvPr>
            <p:ph type="body" sz="quarter" idx="40" hasCustomPrompt="1"/>
          </p:nvPr>
        </p:nvSpPr>
        <p:spPr>
          <a:xfrm>
            <a:off x="10395907" y="4871997"/>
            <a:ext cx="495300" cy="652272"/>
          </a:xfrm>
          <a:prstGeom prst="rect">
            <a:avLst/>
          </a:prstGeom>
        </p:spPr>
        <p:txBody>
          <a:bodyPr/>
          <a:lstStyle>
            <a:lvl1pPr marL="0" indent="0" algn="ctr">
              <a:lnSpc>
                <a:spcPct val="80000"/>
              </a:lnSpc>
              <a:spcBef>
                <a:spcPts val="0"/>
              </a:spcBef>
              <a:buNone/>
              <a:defRPr sz="1200" cap="none" spc="100" baseline="0">
                <a:solidFill>
                  <a:schemeClr val="accent5">
                    <a:lumMod val="50000"/>
                  </a:schemeClr>
                </a:solidFill>
                <a:latin typeface="+mn-lt"/>
              </a:defRPr>
            </a:lvl1pPr>
          </a:lstStyle>
          <a:p>
            <a:pPr lvl="0"/>
            <a:r>
              <a:rPr lang="en-US"/>
              <a:t>Click to add text</a:t>
            </a:r>
          </a:p>
        </p:txBody>
      </p:sp>
      <p:sp>
        <p:nvSpPr>
          <p:cNvPr id="51" name="Text Placeholder 14">
            <a:extLst>
              <a:ext uri="{FF2B5EF4-FFF2-40B4-BE49-F238E27FC236}">
                <a16:creationId xmlns:a16="http://schemas.microsoft.com/office/drawing/2014/main" id="{ABA1EBA0-06C6-4473-9072-0B46D901EEE4}"/>
              </a:ext>
            </a:extLst>
          </p:cNvPr>
          <p:cNvSpPr>
            <a:spLocks noGrp="1"/>
          </p:cNvSpPr>
          <p:nvPr>
            <p:ph type="body" sz="quarter" idx="41" hasCustomPrompt="1"/>
          </p:nvPr>
        </p:nvSpPr>
        <p:spPr>
          <a:xfrm>
            <a:off x="696804" y="2618463"/>
            <a:ext cx="1021001" cy="501726"/>
          </a:xfrm>
          <a:prstGeom prst="rect">
            <a:avLst/>
          </a:prstGeom>
        </p:spPr>
        <p:txBody>
          <a:bodyPr anchor="ctr"/>
          <a:lstStyle>
            <a:lvl1pPr marL="0" indent="0" algn="ctr">
              <a:buNone/>
              <a:defRPr sz="1800" cap="all" spc="100" baseline="0">
                <a:solidFill>
                  <a:schemeClr val="accent5">
                    <a:lumMod val="50000"/>
                  </a:schemeClr>
                </a:solidFill>
                <a:latin typeface="+mj-lt"/>
              </a:defRPr>
            </a:lvl1pPr>
          </a:lstStyle>
          <a:p>
            <a:pPr lvl="0"/>
            <a:r>
              <a:rPr lang="en-US" dirty="0"/>
              <a:t>Add year</a:t>
            </a:r>
          </a:p>
        </p:txBody>
      </p:sp>
      <p:sp>
        <p:nvSpPr>
          <p:cNvPr id="52" name="Text Placeholder 14">
            <a:extLst>
              <a:ext uri="{FF2B5EF4-FFF2-40B4-BE49-F238E27FC236}">
                <a16:creationId xmlns:a16="http://schemas.microsoft.com/office/drawing/2014/main" id="{E3E7422E-C8DE-4304-BC2C-D7A9200338B2}"/>
              </a:ext>
            </a:extLst>
          </p:cNvPr>
          <p:cNvSpPr>
            <a:spLocks noGrp="1"/>
          </p:cNvSpPr>
          <p:nvPr>
            <p:ph type="body" sz="quarter" idx="42" hasCustomPrompt="1"/>
          </p:nvPr>
        </p:nvSpPr>
        <p:spPr>
          <a:xfrm>
            <a:off x="696804" y="4449901"/>
            <a:ext cx="1021001" cy="501726"/>
          </a:xfrm>
          <a:prstGeom prst="rect">
            <a:avLst/>
          </a:prstGeom>
        </p:spPr>
        <p:txBody>
          <a:bodyPr anchor="ctr"/>
          <a:lstStyle>
            <a:lvl1pPr marL="0" indent="0" algn="ctr">
              <a:buNone/>
              <a:defRPr sz="1800" cap="all" spc="100" baseline="0">
                <a:solidFill>
                  <a:schemeClr val="accent5">
                    <a:lumMod val="50000"/>
                  </a:schemeClr>
                </a:solidFill>
                <a:latin typeface="+mj-lt"/>
              </a:defRPr>
            </a:lvl1pPr>
          </a:lstStyle>
          <a:p>
            <a:pPr lvl="0"/>
            <a:r>
              <a:rPr lang="en-US" dirty="0"/>
              <a:t>Add year</a:t>
            </a:r>
          </a:p>
        </p:txBody>
      </p:sp>
      <p:sp>
        <p:nvSpPr>
          <p:cNvPr id="53" name="Text Placeholder 14">
            <a:extLst>
              <a:ext uri="{FF2B5EF4-FFF2-40B4-BE49-F238E27FC236}">
                <a16:creationId xmlns:a16="http://schemas.microsoft.com/office/drawing/2014/main" id="{E5B67A4A-03EA-4C59-B052-C3AC86249195}"/>
              </a:ext>
            </a:extLst>
          </p:cNvPr>
          <p:cNvSpPr>
            <a:spLocks noGrp="1"/>
          </p:cNvSpPr>
          <p:nvPr>
            <p:ph type="body" sz="quarter" idx="43" hasCustomPrompt="1"/>
          </p:nvPr>
        </p:nvSpPr>
        <p:spPr>
          <a:xfrm>
            <a:off x="2029367" y="2058310"/>
            <a:ext cx="1440088" cy="469597"/>
          </a:xfrm>
          <a:prstGeom prst="rect">
            <a:avLst/>
          </a:prstGeom>
        </p:spPr>
        <p:txBody>
          <a:bodyPr anchor="b"/>
          <a:lstStyle>
            <a:lvl1pPr marL="0" indent="0" algn="ctr">
              <a:lnSpc>
                <a:spcPct val="100000"/>
              </a:lnSpc>
              <a:spcBef>
                <a:spcPts val="0"/>
              </a:spcBef>
              <a:buNone/>
              <a:defRPr sz="1400" cap="none" spc="100" baseline="0">
                <a:solidFill>
                  <a:schemeClr val="accent5">
                    <a:lumMod val="50000"/>
                  </a:schemeClr>
                </a:solidFill>
                <a:latin typeface="+mn-lt"/>
              </a:defRPr>
            </a:lvl1pPr>
          </a:lstStyle>
          <a:p>
            <a:pPr lvl="0"/>
            <a:r>
              <a:rPr lang="en-US"/>
              <a:t>Click to add text</a:t>
            </a:r>
          </a:p>
        </p:txBody>
      </p:sp>
      <p:sp>
        <p:nvSpPr>
          <p:cNvPr id="54" name="Text Placeholder 14">
            <a:extLst>
              <a:ext uri="{FF2B5EF4-FFF2-40B4-BE49-F238E27FC236}">
                <a16:creationId xmlns:a16="http://schemas.microsoft.com/office/drawing/2014/main" id="{386D9727-6EAF-44BD-B5BB-FF9FB2E38F27}"/>
              </a:ext>
            </a:extLst>
          </p:cNvPr>
          <p:cNvSpPr>
            <a:spLocks noGrp="1"/>
          </p:cNvSpPr>
          <p:nvPr>
            <p:ph type="body" sz="quarter" idx="44" hasCustomPrompt="1"/>
          </p:nvPr>
        </p:nvSpPr>
        <p:spPr>
          <a:xfrm>
            <a:off x="4397612" y="2058310"/>
            <a:ext cx="1440088" cy="469597"/>
          </a:xfrm>
          <a:prstGeom prst="rect">
            <a:avLst/>
          </a:prstGeom>
        </p:spPr>
        <p:txBody>
          <a:bodyPr anchor="b"/>
          <a:lstStyle>
            <a:lvl1pPr marL="0" indent="0" algn="ctr">
              <a:lnSpc>
                <a:spcPct val="100000"/>
              </a:lnSpc>
              <a:spcBef>
                <a:spcPts val="0"/>
              </a:spcBef>
              <a:buNone/>
              <a:defRPr sz="1400" cap="none" spc="100" baseline="0">
                <a:solidFill>
                  <a:schemeClr val="accent5">
                    <a:lumMod val="50000"/>
                  </a:schemeClr>
                </a:solidFill>
                <a:latin typeface="+mn-lt"/>
              </a:defRPr>
            </a:lvl1pPr>
          </a:lstStyle>
          <a:p>
            <a:pPr lvl="0"/>
            <a:r>
              <a:rPr lang="en-US"/>
              <a:t>Click to add text</a:t>
            </a:r>
          </a:p>
        </p:txBody>
      </p:sp>
      <p:sp>
        <p:nvSpPr>
          <p:cNvPr id="55" name="Text Placeholder 14">
            <a:extLst>
              <a:ext uri="{FF2B5EF4-FFF2-40B4-BE49-F238E27FC236}">
                <a16:creationId xmlns:a16="http://schemas.microsoft.com/office/drawing/2014/main" id="{8ED3541C-CC4E-4C36-9758-9D66DDE2BA3D}"/>
              </a:ext>
            </a:extLst>
          </p:cNvPr>
          <p:cNvSpPr>
            <a:spLocks noGrp="1"/>
          </p:cNvSpPr>
          <p:nvPr>
            <p:ph type="body" sz="quarter" idx="45" hasCustomPrompt="1"/>
          </p:nvPr>
        </p:nvSpPr>
        <p:spPr>
          <a:xfrm>
            <a:off x="8344687" y="2058310"/>
            <a:ext cx="1440088" cy="469597"/>
          </a:xfrm>
          <a:prstGeom prst="rect">
            <a:avLst/>
          </a:prstGeom>
        </p:spPr>
        <p:txBody>
          <a:bodyPr anchor="b"/>
          <a:lstStyle>
            <a:lvl1pPr marL="0" indent="0" algn="ctr">
              <a:lnSpc>
                <a:spcPct val="100000"/>
              </a:lnSpc>
              <a:spcBef>
                <a:spcPts val="0"/>
              </a:spcBef>
              <a:buNone/>
              <a:defRPr sz="1400" cap="none" spc="100" baseline="0">
                <a:solidFill>
                  <a:schemeClr val="accent5">
                    <a:lumMod val="50000"/>
                  </a:schemeClr>
                </a:solidFill>
                <a:latin typeface="+mn-lt"/>
              </a:defRPr>
            </a:lvl1pPr>
          </a:lstStyle>
          <a:p>
            <a:pPr lvl="0"/>
            <a:r>
              <a:rPr lang="en-US"/>
              <a:t>Click to add text</a:t>
            </a:r>
          </a:p>
        </p:txBody>
      </p:sp>
      <p:sp>
        <p:nvSpPr>
          <p:cNvPr id="56" name="Text Placeholder 14">
            <a:extLst>
              <a:ext uri="{FF2B5EF4-FFF2-40B4-BE49-F238E27FC236}">
                <a16:creationId xmlns:a16="http://schemas.microsoft.com/office/drawing/2014/main" id="{5C4B9123-0034-44EB-AE51-BE0E95C36F9D}"/>
              </a:ext>
            </a:extLst>
          </p:cNvPr>
          <p:cNvSpPr>
            <a:spLocks noGrp="1"/>
          </p:cNvSpPr>
          <p:nvPr>
            <p:ph type="body" sz="quarter" idx="46" hasCustomPrompt="1"/>
          </p:nvPr>
        </p:nvSpPr>
        <p:spPr>
          <a:xfrm>
            <a:off x="2029367" y="4003137"/>
            <a:ext cx="1440088" cy="408780"/>
          </a:xfrm>
          <a:prstGeom prst="rect">
            <a:avLst/>
          </a:prstGeom>
        </p:spPr>
        <p:txBody>
          <a:bodyPr anchor="b"/>
          <a:lstStyle>
            <a:lvl1pPr marL="0" indent="0" algn="ctr">
              <a:lnSpc>
                <a:spcPct val="100000"/>
              </a:lnSpc>
              <a:spcBef>
                <a:spcPts val="0"/>
              </a:spcBef>
              <a:buNone/>
              <a:defRPr sz="1400" cap="none" spc="100" baseline="0">
                <a:solidFill>
                  <a:schemeClr val="accent5">
                    <a:lumMod val="50000"/>
                  </a:schemeClr>
                </a:solidFill>
                <a:latin typeface="+mn-lt"/>
              </a:defRPr>
            </a:lvl1pPr>
          </a:lstStyle>
          <a:p>
            <a:pPr lvl="0"/>
            <a:r>
              <a:rPr lang="en-US"/>
              <a:t>Click to add text</a:t>
            </a:r>
          </a:p>
        </p:txBody>
      </p:sp>
      <p:sp>
        <p:nvSpPr>
          <p:cNvPr id="57" name="Text Placeholder 14">
            <a:extLst>
              <a:ext uri="{FF2B5EF4-FFF2-40B4-BE49-F238E27FC236}">
                <a16:creationId xmlns:a16="http://schemas.microsoft.com/office/drawing/2014/main" id="{F6EBC080-B92D-4FC1-91BB-CBB73125903E}"/>
              </a:ext>
            </a:extLst>
          </p:cNvPr>
          <p:cNvSpPr>
            <a:spLocks noGrp="1"/>
          </p:cNvSpPr>
          <p:nvPr>
            <p:ph type="body" sz="quarter" idx="47" hasCustomPrompt="1"/>
          </p:nvPr>
        </p:nvSpPr>
        <p:spPr>
          <a:xfrm>
            <a:off x="5976442" y="4003137"/>
            <a:ext cx="1440088" cy="408780"/>
          </a:xfrm>
          <a:prstGeom prst="rect">
            <a:avLst/>
          </a:prstGeom>
        </p:spPr>
        <p:txBody>
          <a:bodyPr anchor="b"/>
          <a:lstStyle>
            <a:lvl1pPr marL="0" indent="0" algn="ctr">
              <a:lnSpc>
                <a:spcPct val="100000"/>
              </a:lnSpc>
              <a:spcBef>
                <a:spcPts val="0"/>
              </a:spcBef>
              <a:buNone/>
              <a:defRPr sz="1400" b="1" cap="none" spc="100" baseline="0">
                <a:solidFill>
                  <a:schemeClr val="accent3">
                    <a:lumMod val="50000"/>
                  </a:schemeClr>
                </a:solidFill>
                <a:latin typeface="+mn-lt"/>
              </a:defRPr>
            </a:lvl1pPr>
          </a:lstStyle>
          <a:p>
            <a:pPr lvl="0"/>
            <a:r>
              <a:rPr lang="en-US"/>
              <a:t>Click to add text</a:t>
            </a:r>
          </a:p>
        </p:txBody>
      </p:sp>
      <p:sp>
        <p:nvSpPr>
          <p:cNvPr id="58" name="Text Placeholder 14">
            <a:extLst>
              <a:ext uri="{FF2B5EF4-FFF2-40B4-BE49-F238E27FC236}">
                <a16:creationId xmlns:a16="http://schemas.microsoft.com/office/drawing/2014/main" id="{45A0B38A-6949-43DC-8059-9B50415B16B7}"/>
              </a:ext>
            </a:extLst>
          </p:cNvPr>
          <p:cNvSpPr>
            <a:spLocks noGrp="1"/>
          </p:cNvSpPr>
          <p:nvPr>
            <p:ph type="body" sz="quarter" idx="48" hasCustomPrompt="1"/>
          </p:nvPr>
        </p:nvSpPr>
        <p:spPr>
          <a:xfrm>
            <a:off x="9923517" y="4003137"/>
            <a:ext cx="1440088" cy="408780"/>
          </a:xfrm>
          <a:prstGeom prst="rect">
            <a:avLst/>
          </a:prstGeom>
        </p:spPr>
        <p:txBody>
          <a:bodyPr anchor="b"/>
          <a:lstStyle>
            <a:lvl1pPr marL="0" indent="0" algn="ctr">
              <a:lnSpc>
                <a:spcPct val="100000"/>
              </a:lnSpc>
              <a:spcBef>
                <a:spcPts val="0"/>
              </a:spcBef>
              <a:buNone/>
              <a:defRPr sz="1400" cap="none" spc="100" baseline="0">
                <a:solidFill>
                  <a:schemeClr val="accent5">
                    <a:lumMod val="50000"/>
                  </a:schemeClr>
                </a:solidFill>
                <a:latin typeface="+mn-lt"/>
              </a:defRPr>
            </a:lvl1pPr>
          </a:lstStyle>
          <a:p>
            <a:pPr lvl="0"/>
            <a:r>
              <a:rPr lang="en-US"/>
              <a:t>Click to add text</a:t>
            </a:r>
          </a:p>
        </p:txBody>
      </p:sp>
    </p:spTree>
    <p:extLst>
      <p:ext uri="{BB962C8B-B14F-4D97-AF65-F5344CB8AC3E}">
        <p14:creationId xmlns:p14="http://schemas.microsoft.com/office/powerpoint/2010/main" val="1384239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inancials">
    <p:bg>
      <p:bgPr>
        <a:solidFill>
          <a:schemeClr val="accent1"/>
        </a:solidFill>
        <a:effectLst/>
      </p:bgPr>
    </p:bg>
    <p:spTree>
      <p:nvGrpSpPr>
        <p:cNvPr id="1" name=""/>
        <p:cNvGrpSpPr/>
        <p:nvPr/>
      </p:nvGrpSpPr>
      <p:grpSpPr>
        <a:xfrm>
          <a:off x="0" y="0"/>
          <a:ext cx="0" cy="0"/>
          <a:chOff x="0" y="0"/>
          <a:chExt cx="0" cy="0"/>
        </a:xfrm>
      </p:grpSpPr>
      <p:sp>
        <p:nvSpPr>
          <p:cNvPr id="9" name="Picture Placeholder 7">
            <a:extLst>
              <a:ext uri="{FF2B5EF4-FFF2-40B4-BE49-F238E27FC236}">
                <a16:creationId xmlns:a16="http://schemas.microsoft.com/office/drawing/2014/main" id="{216878F0-817D-4F26-8B43-746016119A3F}"/>
              </a:ext>
            </a:extLst>
          </p:cNvPr>
          <p:cNvSpPr>
            <a:spLocks noGrp="1"/>
          </p:cNvSpPr>
          <p:nvPr>
            <p:ph type="pic" sz="quarter" idx="13" hasCustomPrompt="1"/>
          </p:nvPr>
        </p:nvSpPr>
        <p:spPr>
          <a:xfrm>
            <a:off x="-1" y="0"/>
            <a:ext cx="4661647" cy="6858000"/>
          </a:xfrm>
          <a:prstGeom prst="rect">
            <a:avLst/>
          </a:prstGeom>
        </p:spPr>
        <p:txBody>
          <a:bodyPr/>
          <a:lstStyle>
            <a:lvl1pPr marL="0" indent="0" algn="ctr">
              <a:buNone/>
              <a:defRPr>
                <a:solidFill>
                  <a:schemeClr val="accent6">
                    <a:lumMod val="10000"/>
                    <a:lumOff val="90000"/>
                  </a:schemeClr>
                </a:solidFill>
              </a:defRPr>
            </a:lvl1pPr>
          </a:lstStyle>
          <a:p>
            <a:r>
              <a:rPr lang="en-US" dirty="0"/>
              <a:t>Click to add photo</a:t>
            </a:r>
          </a:p>
        </p:txBody>
      </p:sp>
      <p:sp>
        <p:nvSpPr>
          <p:cNvPr id="3" name="Date Placeholder 2">
            <a:extLst>
              <a:ext uri="{FF2B5EF4-FFF2-40B4-BE49-F238E27FC236}">
                <a16:creationId xmlns:a16="http://schemas.microsoft.com/office/drawing/2014/main" id="{B0B4271A-ED63-46FF-9282-ECA9140CB04C}"/>
              </a:ext>
            </a:extLst>
          </p:cNvPr>
          <p:cNvSpPr>
            <a:spLocks noGrp="1"/>
          </p:cNvSpPr>
          <p:nvPr>
            <p:ph type="dt" sz="half" idx="10"/>
          </p:nvPr>
        </p:nvSpPr>
        <p:spPr/>
        <p:txBody>
          <a:bodyPr/>
          <a:lstStyle>
            <a:lvl1pPr>
              <a:defRPr>
                <a:solidFill>
                  <a:schemeClr val="bg1">
                    <a:lumMod val="95000"/>
                  </a:schemeClr>
                </a:solidFill>
              </a:defRPr>
            </a:lvl1pPr>
          </a:lstStyle>
          <a:p>
            <a:r>
              <a:rPr lang="en-US" dirty="0"/>
              <a:t>8/03/20XX</a:t>
            </a:r>
          </a:p>
        </p:txBody>
      </p:sp>
      <p:sp>
        <p:nvSpPr>
          <p:cNvPr id="4" name="Footer Placeholder 3">
            <a:extLst>
              <a:ext uri="{FF2B5EF4-FFF2-40B4-BE49-F238E27FC236}">
                <a16:creationId xmlns:a16="http://schemas.microsoft.com/office/drawing/2014/main" id="{53F05D42-821E-4E1A-ACD8-5D4B39CFC481}"/>
              </a:ext>
            </a:extLst>
          </p:cNvPr>
          <p:cNvSpPr>
            <a:spLocks noGrp="1"/>
          </p:cNvSpPr>
          <p:nvPr>
            <p:ph type="ftr" sz="quarter" idx="11"/>
          </p:nvPr>
        </p:nvSpPr>
        <p:spPr/>
        <p:txBody>
          <a:bodyPr/>
          <a:lstStyle>
            <a:lvl1pPr>
              <a:defRPr>
                <a:solidFill>
                  <a:schemeClr val="accent3"/>
                </a:solidFill>
              </a:defRPr>
            </a:lvl1pPr>
          </a:lstStyle>
          <a:p>
            <a:r>
              <a:rPr lang="en-US" dirty="0"/>
              <a:t>PITCH DECK</a:t>
            </a:r>
          </a:p>
        </p:txBody>
      </p:sp>
      <p:sp>
        <p:nvSpPr>
          <p:cNvPr id="5" name="Slide Number Placeholder 4">
            <a:extLst>
              <a:ext uri="{FF2B5EF4-FFF2-40B4-BE49-F238E27FC236}">
                <a16:creationId xmlns:a16="http://schemas.microsoft.com/office/drawing/2014/main" id="{E2A47555-EEE6-41B1-9AA5-E70CA2B604D2}"/>
              </a:ext>
            </a:extLst>
          </p:cNvPr>
          <p:cNvSpPr>
            <a:spLocks noGrp="1"/>
          </p:cNvSpPr>
          <p:nvPr>
            <p:ph type="sldNum" sz="quarter" idx="12"/>
          </p:nvPr>
        </p:nvSpPr>
        <p:spPr/>
        <p:txBody>
          <a:bodyPr/>
          <a:lstStyle>
            <a:lvl1pPr>
              <a:defRPr>
                <a:solidFill>
                  <a:schemeClr val="accent3"/>
                </a:solidFill>
              </a:defRPr>
            </a:lvl1pPr>
          </a:lstStyle>
          <a:p>
            <a:fld id="{4F6357DA-28E9-40D3-918C-4D14E8263D81}" type="slidenum">
              <a:rPr lang="en-US" smtClean="0"/>
              <a:pPr/>
              <a:t>‹#›</a:t>
            </a:fld>
            <a:endParaRPr lang="en-US" dirty="0"/>
          </a:p>
        </p:txBody>
      </p:sp>
      <p:sp>
        <p:nvSpPr>
          <p:cNvPr id="6" name="Title 1">
            <a:extLst>
              <a:ext uri="{FF2B5EF4-FFF2-40B4-BE49-F238E27FC236}">
                <a16:creationId xmlns:a16="http://schemas.microsoft.com/office/drawing/2014/main" id="{88D863BC-52D6-4182-94E2-EA35621A8A6D}"/>
              </a:ext>
            </a:extLst>
          </p:cNvPr>
          <p:cNvSpPr>
            <a:spLocks noGrp="1"/>
          </p:cNvSpPr>
          <p:nvPr>
            <p:ph type="ctrTitle" hasCustomPrompt="1"/>
          </p:nvPr>
        </p:nvSpPr>
        <p:spPr>
          <a:xfrm>
            <a:off x="5360889" y="729426"/>
            <a:ext cx="5903262" cy="635397"/>
          </a:xfrm>
          <a:prstGeom prst="rect">
            <a:avLst/>
          </a:prstGeom>
        </p:spPr>
        <p:txBody>
          <a:bodyPr anchor="ctr"/>
          <a:lstStyle>
            <a:lvl1pPr algn="l">
              <a:defRPr sz="2200" cap="all" spc="200" baseline="0">
                <a:solidFill>
                  <a:schemeClr val="bg1">
                    <a:lumMod val="95000"/>
                  </a:schemeClr>
                </a:solidFill>
                <a:latin typeface="+mj-lt"/>
              </a:defRPr>
            </a:lvl1pPr>
          </a:lstStyle>
          <a:p>
            <a:r>
              <a:rPr lang="en-US" dirty="0"/>
              <a:t>Click to add title</a:t>
            </a:r>
          </a:p>
        </p:txBody>
      </p:sp>
      <p:sp>
        <p:nvSpPr>
          <p:cNvPr id="7" name="Content Placeholder 6">
            <a:extLst>
              <a:ext uri="{FF2B5EF4-FFF2-40B4-BE49-F238E27FC236}">
                <a16:creationId xmlns:a16="http://schemas.microsoft.com/office/drawing/2014/main" id="{4F792BF5-C216-472F-93C8-9E12D88E6BB7}"/>
              </a:ext>
            </a:extLst>
          </p:cNvPr>
          <p:cNvSpPr>
            <a:spLocks noGrp="1"/>
          </p:cNvSpPr>
          <p:nvPr>
            <p:ph sz="quarter" idx="14"/>
          </p:nvPr>
        </p:nvSpPr>
        <p:spPr>
          <a:xfrm>
            <a:off x="5360988" y="1625600"/>
            <a:ext cx="5903912" cy="4429125"/>
          </a:xfrm>
          <a:prstGeom prst="rect">
            <a:avLst/>
          </a:prstGeom>
        </p:spPr>
        <p:txBody>
          <a:bodyPr/>
          <a:lstStyle>
            <a:lvl1pPr>
              <a:defRPr>
                <a:solidFill>
                  <a:schemeClr val="bg1">
                    <a:lumMod val="95000"/>
                  </a:schemeClr>
                </a:solidFill>
              </a:defRPr>
            </a:lvl1pPr>
            <a:lvl2pPr>
              <a:defRPr>
                <a:solidFill>
                  <a:schemeClr val="bg1">
                    <a:lumMod val="95000"/>
                  </a:schemeClr>
                </a:solidFill>
              </a:defRPr>
            </a:lvl2pPr>
            <a:lvl3pPr>
              <a:defRPr>
                <a:solidFill>
                  <a:schemeClr val="bg1">
                    <a:lumMod val="95000"/>
                  </a:schemeClr>
                </a:solidFill>
              </a:defRPr>
            </a:lvl3pPr>
            <a:lvl4pPr>
              <a:defRPr>
                <a:solidFill>
                  <a:schemeClr val="bg1">
                    <a:lumMod val="95000"/>
                  </a:schemeClr>
                </a:solidFill>
              </a:defRPr>
            </a:lvl4pPr>
            <a:lvl5pPr>
              <a:defRPr>
                <a:solidFill>
                  <a:schemeClr val="bg1">
                    <a:lumMod val="9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05763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eet Our Team 4-Up">
    <p:bg>
      <p:bgPr>
        <a:solidFill>
          <a:schemeClr val="bg1">
            <a:lumMod val="50000"/>
          </a:schemeClr>
        </a:solidFill>
        <a:effectLst/>
      </p:bgPr>
    </p:bg>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71C49FEB-B8EF-4D85-AF1E-FF1A08DED40F}"/>
              </a:ext>
            </a:extLst>
          </p:cNvPr>
          <p:cNvSpPr>
            <a:spLocks noGrp="1"/>
          </p:cNvSpPr>
          <p:nvPr>
            <p:ph type="body" sz="quarter" idx="29" hasCustomPrompt="1"/>
          </p:nvPr>
        </p:nvSpPr>
        <p:spPr>
          <a:xfrm>
            <a:off x="1" y="1"/>
            <a:ext cx="12192000" cy="2514600"/>
          </a:xfrm>
          <a:prstGeom prst="rect">
            <a:avLst/>
          </a:prstGeom>
        </p:spPr>
        <p:txBody>
          <a:bodyPr/>
          <a:lstStyle>
            <a:lvl1pPr marL="0" indent="0" algn="r">
              <a:lnSpc>
                <a:spcPct val="35000"/>
              </a:lnSpc>
              <a:spcBef>
                <a:spcPts val="0"/>
              </a:spcBef>
              <a:buNone/>
              <a:defRPr sz="50000" baseline="0">
                <a:solidFill>
                  <a:schemeClr val="bg1">
                    <a:alpha val="5000"/>
                  </a:schemeClr>
                </a:solidFill>
                <a:latin typeface="Kunstler Script" panose="030304020206070D0D06" pitchFamily="66" charset="0"/>
              </a:defRPr>
            </a:lvl1pPr>
          </a:lstStyle>
          <a:p>
            <a:r>
              <a:rPr lang="en-US" dirty="0"/>
              <a:t>Team</a:t>
            </a:r>
          </a:p>
        </p:txBody>
      </p:sp>
      <p:sp>
        <p:nvSpPr>
          <p:cNvPr id="3" name="Date Placeholder 2">
            <a:extLst>
              <a:ext uri="{FF2B5EF4-FFF2-40B4-BE49-F238E27FC236}">
                <a16:creationId xmlns:a16="http://schemas.microsoft.com/office/drawing/2014/main" id="{2751E4D1-453A-486C-AC10-C420246031B9}"/>
              </a:ext>
            </a:extLst>
          </p:cNvPr>
          <p:cNvSpPr>
            <a:spLocks noGrp="1"/>
          </p:cNvSpPr>
          <p:nvPr>
            <p:ph type="dt" sz="half" idx="10"/>
          </p:nvPr>
        </p:nvSpPr>
        <p:spPr/>
        <p:txBody>
          <a:bodyPr/>
          <a:lstStyle>
            <a:lvl1pPr>
              <a:defRPr>
                <a:solidFill>
                  <a:schemeClr val="bg1"/>
                </a:solidFill>
              </a:defRPr>
            </a:lvl1pPr>
          </a:lstStyle>
          <a:p>
            <a:r>
              <a:rPr lang="en-US" dirty="0"/>
              <a:t>8/03/20XX</a:t>
            </a:r>
          </a:p>
        </p:txBody>
      </p:sp>
      <p:sp>
        <p:nvSpPr>
          <p:cNvPr id="4" name="Footer Placeholder 3">
            <a:extLst>
              <a:ext uri="{FF2B5EF4-FFF2-40B4-BE49-F238E27FC236}">
                <a16:creationId xmlns:a16="http://schemas.microsoft.com/office/drawing/2014/main" id="{0BD6862B-8836-4F15-B05B-24B5EFFD7650}"/>
              </a:ext>
            </a:extLst>
          </p:cNvPr>
          <p:cNvSpPr>
            <a:spLocks noGrp="1"/>
          </p:cNvSpPr>
          <p:nvPr>
            <p:ph type="ftr" sz="quarter" idx="11"/>
          </p:nvPr>
        </p:nvSpPr>
        <p:spPr/>
        <p:txBody>
          <a:bodyPr/>
          <a:lstStyle>
            <a:lvl1pPr>
              <a:defRPr>
                <a:solidFill>
                  <a:schemeClr val="bg1"/>
                </a:solidFill>
              </a:defRPr>
            </a:lvl1pPr>
          </a:lstStyle>
          <a:p>
            <a:r>
              <a:rPr lang="en-US" dirty="0"/>
              <a:t>PITCH DECK</a:t>
            </a:r>
          </a:p>
        </p:txBody>
      </p:sp>
      <p:sp>
        <p:nvSpPr>
          <p:cNvPr id="5" name="Slide Number Placeholder 4">
            <a:extLst>
              <a:ext uri="{FF2B5EF4-FFF2-40B4-BE49-F238E27FC236}">
                <a16:creationId xmlns:a16="http://schemas.microsoft.com/office/drawing/2014/main" id="{E7F95F47-BBF4-4271-B6F5-E9C3507ADD58}"/>
              </a:ext>
            </a:extLst>
          </p:cNvPr>
          <p:cNvSpPr>
            <a:spLocks noGrp="1"/>
          </p:cNvSpPr>
          <p:nvPr>
            <p:ph type="sldNum" sz="quarter" idx="12"/>
          </p:nvPr>
        </p:nvSpPr>
        <p:spPr/>
        <p:txBody>
          <a:bodyPr/>
          <a:lstStyle>
            <a:lvl1pPr>
              <a:defRPr>
                <a:solidFill>
                  <a:schemeClr val="bg1"/>
                </a:solidFill>
              </a:defRPr>
            </a:lvl1pPr>
          </a:lstStyle>
          <a:p>
            <a:fld id="{4F6357DA-28E9-40D3-918C-4D14E8263D81}" type="slidenum">
              <a:rPr lang="en-US" smtClean="0"/>
              <a:pPr/>
              <a:t>‹#›</a:t>
            </a:fld>
            <a:endParaRPr lang="en-US" dirty="0"/>
          </a:p>
        </p:txBody>
      </p:sp>
      <p:sp>
        <p:nvSpPr>
          <p:cNvPr id="6" name="Title 1">
            <a:extLst>
              <a:ext uri="{FF2B5EF4-FFF2-40B4-BE49-F238E27FC236}">
                <a16:creationId xmlns:a16="http://schemas.microsoft.com/office/drawing/2014/main" id="{B06E153E-70D2-4FA6-AE08-1FF540897371}"/>
              </a:ext>
            </a:extLst>
          </p:cNvPr>
          <p:cNvSpPr>
            <a:spLocks noGrp="1"/>
          </p:cNvSpPr>
          <p:nvPr>
            <p:ph type="ctrTitle" hasCustomPrompt="1"/>
          </p:nvPr>
        </p:nvSpPr>
        <p:spPr>
          <a:xfrm>
            <a:off x="2933903" y="1655011"/>
            <a:ext cx="6324194" cy="639955"/>
          </a:xfrm>
          <a:prstGeom prst="rect">
            <a:avLst/>
          </a:prstGeom>
        </p:spPr>
        <p:txBody>
          <a:bodyPr anchor="ctr"/>
          <a:lstStyle>
            <a:lvl1pPr algn="ctr">
              <a:defRPr sz="2200" cap="all" spc="200" baseline="0">
                <a:solidFill>
                  <a:schemeClr val="bg1"/>
                </a:solidFill>
                <a:latin typeface="+mj-lt"/>
              </a:defRPr>
            </a:lvl1pPr>
          </a:lstStyle>
          <a:p>
            <a:r>
              <a:rPr lang="en-US"/>
              <a:t>Click to add title</a:t>
            </a:r>
          </a:p>
        </p:txBody>
      </p:sp>
      <p:sp>
        <p:nvSpPr>
          <p:cNvPr id="9" name="Picture Placeholder 9">
            <a:extLst>
              <a:ext uri="{FF2B5EF4-FFF2-40B4-BE49-F238E27FC236}">
                <a16:creationId xmlns:a16="http://schemas.microsoft.com/office/drawing/2014/main" id="{DC04EBE4-2F20-469F-8A53-9BEC2E378220}"/>
              </a:ext>
            </a:extLst>
          </p:cNvPr>
          <p:cNvSpPr>
            <a:spLocks noGrp="1"/>
          </p:cNvSpPr>
          <p:nvPr>
            <p:ph type="pic" sz="quarter" idx="14" hasCustomPrompt="1"/>
          </p:nvPr>
        </p:nvSpPr>
        <p:spPr>
          <a:xfrm>
            <a:off x="1644345" y="2757949"/>
            <a:ext cx="1451493" cy="1462225"/>
          </a:xfrm>
          <a:prstGeom prst="ellipse">
            <a:avLst/>
          </a:prstGeom>
        </p:spPr>
        <p:txBody>
          <a:bodyPr/>
          <a:lstStyle>
            <a:lvl1pPr marL="0" indent="0" algn="ctr">
              <a:buNone/>
              <a:defRPr>
                <a:solidFill>
                  <a:schemeClr val="bg1"/>
                </a:solidFill>
              </a:defRPr>
            </a:lvl1pPr>
          </a:lstStyle>
          <a:p>
            <a:r>
              <a:rPr lang="en-US" dirty="0"/>
              <a:t>Click to add photo</a:t>
            </a:r>
          </a:p>
        </p:txBody>
      </p:sp>
      <p:sp>
        <p:nvSpPr>
          <p:cNvPr id="10" name="Text Placeholder 10">
            <a:extLst>
              <a:ext uri="{FF2B5EF4-FFF2-40B4-BE49-F238E27FC236}">
                <a16:creationId xmlns:a16="http://schemas.microsoft.com/office/drawing/2014/main" id="{B4BA6AEB-B1AF-4446-A7B4-97B679BC9309}"/>
              </a:ext>
            </a:extLst>
          </p:cNvPr>
          <p:cNvSpPr>
            <a:spLocks noGrp="1"/>
          </p:cNvSpPr>
          <p:nvPr>
            <p:ph type="body" sz="quarter" idx="18" hasCustomPrompt="1"/>
          </p:nvPr>
        </p:nvSpPr>
        <p:spPr>
          <a:xfrm>
            <a:off x="1204655" y="4463647"/>
            <a:ext cx="2330873" cy="442298"/>
          </a:xfrm>
          <a:prstGeom prst="rect">
            <a:avLst/>
          </a:prstGeom>
        </p:spPr>
        <p:txBody>
          <a:bodyPr anchor="ctr"/>
          <a:lstStyle>
            <a:lvl1pPr marL="0" indent="0" algn="ctr">
              <a:buNone/>
              <a:defRPr sz="1200" cap="all" spc="100" baseline="0">
                <a:solidFill>
                  <a:schemeClr val="bg1"/>
                </a:solidFill>
                <a:latin typeface="+mj-lt"/>
              </a:defRPr>
            </a:lvl1pPr>
          </a:lstStyle>
          <a:p>
            <a:pPr lvl="0"/>
            <a:r>
              <a:rPr lang="en-US"/>
              <a:t>Add name</a:t>
            </a:r>
          </a:p>
        </p:txBody>
      </p:sp>
      <p:sp>
        <p:nvSpPr>
          <p:cNvPr id="11" name="Text Placeholder 10">
            <a:extLst>
              <a:ext uri="{FF2B5EF4-FFF2-40B4-BE49-F238E27FC236}">
                <a16:creationId xmlns:a16="http://schemas.microsoft.com/office/drawing/2014/main" id="{A3462D3F-0728-4C38-B170-389153ED5A5F}"/>
              </a:ext>
            </a:extLst>
          </p:cNvPr>
          <p:cNvSpPr>
            <a:spLocks noGrp="1"/>
          </p:cNvSpPr>
          <p:nvPr>
            <p:ph type="body" sz="quarter" idx="19" hasCustomPrompt="1"/>
          </p:nvPr>
        </p:nvSpPr>
        <p:spPr>
          <a:xfrm>
            <a:off x="1204655" y="4779469"/>
            <a:ext cx="2330873" cy="442298"/>
          </a:xfrm>
          <a:prstGeom prst="rect">
            <a:avLst/>
          </a:prstGeom>
        </p:spPr>
        <p:txBody>
          <a:bodyPr anchor="t"/>
          <a:lstStyle>
            <a:lvl1pPr marL="0" indent="0" algn="ctr">
              <a:buNone/>
              <a:defRPr sz="1100" cap="none" spc="100" baseline="0">
                <a:solidFill>
                  <a:schemeClr val="bg1"/>
                </a:solidFill>
                <a:latin typeface="+mn-lt"/>
              </a:defRPr>
            </a:lvl1pPr>
          </a:lstStyle>
          <a:p>
            <a:pPr lvl="0"/>
            <a:r>
              <a:rPr lang="en-US"/>
              <a:t>Add title</a:t>
            </a:r>
          </a:p>
        </p:txBody>
      </p:sp>
      <p:sp>
        <p:nvSpPr>
          <p:cNvPr id="12" name="Picture Placeholder 9">
            <a:extLst>
              <a:ext uri="{FF2B5EF4-FFF2-40B4-BE49-F238E27FC236}">
                <a16:creationId xmlns:a16="http://schemas.microsoft.com/office/drawing/2014/main" id="{3E3EC61F-D3A5-4658-8BA3-A91338AF2FAF}"/>
              </a:ext>
            </a:extLst>
          </p:cNvPr>
          <p:cNvSpPr>
            <a:spLocks noGrp="1"/>
          </p:cNvSpPr>
          <p:nvPr>
            <p:ph type="pic" sz="quarter" idx="20" hasCustomPrompt="1"/>
          </p:nvPr>
        </p:nvSpPr>
        <p:spPr>
          <a:xfrm>
            <a:off x="4133091" y="2757949"/>
            <a:ext cx="1451493" cy="1462225"/>
          </a:xfrm>
          <a:prstGeom prst="ellipse">
            <a:avLst/>
          </a:prstGeom>
        </p:spPr>
        <p:txBody>
          <a:bodyPr/>
          <a:lstStyle>
            <a:lvl1pPr marL="0" indent="0" algn="ctr">
              <a:buNone/>
              <a:defRPr>
                <a:solidFill>
                  <a:schemeClr val="bg1"/>
                </a:solidFill>
              </a:defRPr>
            </a:lvl1pPr>
          </a:lstStyle>
          <a:p>
            <a:r>
              <a:rPr lang="en-US" dirty="0"/>
              <a:t>Click to add photo</a:t>
            </a:r>
          </a:p>
        </p:txBody>
      </p:sp>
      <p:sp>
        <p:nvSpPr>
          <p:cNvPr id="13" name="Picture Placeholder 9">
            <a:extLst>
              <a:ext uri="{FF2B5EF4-FFF2-40B4-BE49-F238E27FC236}">
                <a16:creationId xmlns:a16="http://schemas.microsoft.com/office/drawing/2014/main" id="{CDB9F756-6446-412A-9650-AAB15FCA3623}"/>
              </a:ext>
            </a:extLst>
          </p:cNvPr>
          <p:cNvSpPr>
            <a:spLocks noGrp="1"/>
          </p:cNvSpPr>
          <p:nvPr>
            <p:ph type="pic" sz="quarter" idx="21" hasCustomPrompt="1"/>
          </p:nvPr>
        </p:nvSpPr>
        <p:spPr>
          <a:xfrm>
            <a:off x="6621836" y="2757949"/>
            <a:ext cx="1451493" cy="1462225"/>
          </a:xfrm>
          <a:prstGeom prst="ellipse">
            <a:avLst/>
          </a:prstGeom>
        </p:spPr>
        <p:txBody>
          <a:bodyPr/>
          <a:lstStyle>
            <a:lvl1pPr marL="0" indent="0" algn="ctr">
              <a:buNone/>
              <a:defRPr>
                <a:solidFill>
                  <a:schemeClr val="bg1"/>
                </a:solidFill>
              </a:defRPr>
            </a:lvl1pPr>
          </a:lstStyle>
          <a:p>
            <a:r>
              <a:rPr lang="en-US" dirty="0"/>
              <a:t>Click to add photo</a:t>
            </a:r>
          </a:p>
        </p:txBody>
      </p:sp>
      <p:sp>
        <p:nvSpPr>
          <p:cNvPr id="14" name="Picture Placeholder 9">
            <a:extLst>
              <a:ext uri="{FF2B5EF4-FFF2-40B4-BE49-F238E27FC236}">
                <a16:creationId xmlns:a16="http://schemas.microsoft.com/office/drawing/2014/main" id="{382166CD-0B9A-4F3F-9C64-C140FABE85C7}"/>
              </a:ext>
            </a:extLst>
          </p:cNvPr>
          <p:cNvSpPr>
            <a:spLocks noGrp="1"/>
          </p:cNvSpPr>
          <p:nvPr>
            <p:ph type="pic" sz="quarter" idx="22" hasCustomPrompt="1"/>
          </p:nvPr>
        </p:nvSpPr>
        <p:spPr>
          <a:xfrm>
            <a:off x="9110582" y="2757949"/>
            <a:ext cx="1451493" cy="1462225"/>
          </a:xfrm>
          <a:prstGeom prst="ellipse">
            <a:avLst/>
          </a:prstGeom>
        </p:spPr>
        <p:txBody>
          <a:bodyPr/>
          <a:lstStyle>
            <a:lvl1pPr marL="0" indent="0" algn="ctr">
              <a:buNone/>
              <a:defRPr>
                <a:solidFill>
                  <a:schemeClr val="bg1"/>
                </a:solidFill>
              </a:defRPr>
            </a:lvl1pPr>
          </a:lstStyle>
          <a:p>
            <a:r>
              <a:rPr lang="en-US" dirty="0"/>
              <a:t>Click to add photo</a:t>
            </a:r>
          </a:p>
        </p:txBody>
      </p:sp>
      <p:sp>
        <p:nvSpPr>
          <p:cNvPr id="15" name="Text Placeholder 10">
            <a:extLst>
              <a:ext uri="{FF2B5EF4-FFF2-40B4-BE49-F238E27FC236}">
                <a16:creationId xmlns:a16="http://schemas.microsoft.com/office/drawing/2014/main" id="{40DF12CD-BCB4-467F-B7E3-499EC97EFEB6}"/>
              </a:ext>
            </a:extLst>
          </p:cNvPr>
          <p:cNvSpPr>
            <a:spLocks noGrp="1"/>
          </p:cNvSpPr>
          <p:nvPr>
            <p:ph type="body" sz="quarter" idx="23" hasCustomPrompt="1"/>
          </p:nvPr>
        </p:nvSpPr>
        <p:spPr>
          <a:xfrm>
            <a:off x="3693400" y="4463647"/>
            <a:ext cx="2330874" cy="442298"/>
          </a:xfrm>
          <a:prstGeom prst="rect">
            <a:avLst/>
          </a:prstGeom>
        </p:spPr>
        <p:txBody>
          <a:bodyPr anchor="ctr"/>
          <a:lstStyle>
            <a:lvl1pPr marL="0" indent="0" algn="ctr">
              <a:buNone/>
              <a:defRPr sz="1200" cap="all" spc="100" baseline="0">
                <a:solidFill>
                  <a:schemeClr val="bg1"/>
                </a:solidFill>
                <a:latin typeface="+mj-lt"/>
              </a:defRPr>
            </a:lvl1pPr>
          </a:lstStyle>
          <a:p>
            <a:pPr lvl="0"/>
            <a:r>
              <a:rPr lang="en-US"/>
              <a:t>Add name</a:t>
            </a:r>
          </a:p>
        </p:txBody>
      </p:sp>
      <p:sp>
        <p:nvSpPr>
          <p:cNvPr id="16" name="Text Placeholder 10">
            <a:extLst>
              <a:ext uri="{FF2B5EF4-FFF2-40B4-BE49-F238E27FC236}">
                <a16:creationId xmlns:a16="http://schemas.microsoft.com/office/drawing/2014/main" id="{5A467C8A-05E4-4C98-85BA-9199B1C1E1D8}"/>
              </a:ext>
            </a:extLst>
          </p:cNvPr>
          <p:cNvSpPr>
            <a:spLocks noGrp="1"/>
          </p:cNvSpPr>
          <p:nvPr>
            <p:ph type="body" sz="quarter" idx="24" hasCustomPrompt="1"/>
          </p:nvPr>
        </p:nvSpPr>
        <p:spPr>
          <a:xfrm>
            <a:off x="3693400" y="4779469"/>
            <a:ext cx="2330874" cy="442298"/>
          </a:xfrm>
          <a:prstGeom prst="rect">
            <a:avLst/>
          </a:prstGeom>
        </p:spPr>
        <p:txBody>
          <a:bodyPr anchor="t"/>
          <a:lstStyle>
            <a:lvl1pPr marL="0" indent="0" algn="ctr">
              <a:buNone/>
              <a:defRPr sz="1100" cap="none" spc="100" baseline="0">
                <a:solidFill>
                  <a:schemeClr val="bg1"/>
                </a:solidFill>
                <a:latin typeface="+mn-lt"/>
              </a:defRPr>
            </a:lvl1pPr>
          </a:lstStyle>
          <a:p>
            <a:pPr lvl="0"/>
            <a:r>
              <a:rPr lang="en-US"/>
              <a:t>Add title</a:t>
            </a:r>
          </a:p>
        </p:txBody>
      </p:sp>
      <p:sp>
        <p:nvSpPr>
          <p:cNvPr id="17" name="Text Placeholder 10">
            <a:extLst>
              <a:ext uri="{FF2B5EF4-FFF2-40B4-BE49-F238E27FC236}">
                <a16:creationId xmlns:a16="http://schemas.microsoft.com/office/drawing/2014/main" id="{9058072E-F9B0-4371-960E-E67B496E3020}"/>
              </a:ext>
            </a:extLst>
          </p:cNvPr>
          <p:cNvSpPr>
            <a:spLocks noGrp="1"/>
          </p:cNvSpPr>
          <p:nvPr>
            <p:ph type="body" sz="quarter" idx="25" hasCustomPrompt="1"/>
          </p:nvPr>
        </p:nvSpPr>
        <p:spPr>
          <a:xfrm>
            <a:off x="6182145" y="4463647"/>
            <a:ext cx="2330875" cy="442298"/>
          </a:xfrm>
          <a:prstGeom prst="rect">
            <a:avLst/>
          </a:prstGeom>
        </p:spPr>
        <p:txBody>
          <a:bodyPr anchor="ctr"/>
          <a:lstStyle>
            <a:lvl1pPr marL="0" indent="0" algn="ctr">
              <a:buNone/>
              <a:defRPr sz="1200" cap="all" spc="100" baseline="0">
                <a:solidFill>
                  <a:schemeClr val="bg1"/>
                </a:solidFill>
                <a:latin typeface="+mj-lt"/>
              </a:defRPr>
            </a:lvl1pPr>
          </a:lstStyle>
          <a:p>
            <a:pPr lvl="0"/>
            <a:r>
              <a:rPr lang="en-US"/>
              <a:t>Add name</a:t>
            </a:r>
          </a:p>
        </p:txBody>
      </p:sp>
      <p:sp>
        <p:nvSpPr>
          <p:cNvPr id="18" name="Text Placeholder 10">
            <a:extLst>
              <a:ext uri="{FF2B5EF4-FFF2-40B4-BE49-F238E27FC236}">
                <a16:creationId xmlns:a16="http://schemas.microsoft.com/office/drawing/2014/main" id="{0A657816-CBF3-4FE7-86AD-21BF42DD1528}"/>
              </a:ext>
            </a:extLst>
          </p:cNvPr>
          <p:cNvSpPr>
            <a:spLocks noGrp="1"/>
          </p:cNvSpPr>
          <p:nvPr>
            <p:ph type="body" sz="quarter" idx="26" hasCustomPrompt="1"/>
          </p:nvPr>
        </p:nvSpPr>
        <p:spPr>
          <a:xfrm>
            <a:off x="6182145" y="4779469"/>
            <a:ext cx="2330875" cy="442298"/>
          </a:xfrm>
          <a:prstGeom prst="rect">
            <a:avLst/>
          </a:prstGeom>
        </p:spPr>
        <p:txBody>
          <a:bodyPr anchor="t"/>
          <a:lstStyle>
            <a:lvl1pPr marL="0" indent="0" algn="ctr">
              <a:buNone/>
              <a:defRPr sz="1100" cap="none" spc="100" baseline="0">
                <a:solidFill>
                  <a:schemeClr val="bg1"/>
                </a:solidFill>
                <a:latin typeface="+mn-lt"/>
              </a:defRPr>
            </a:lvl1pPr>
          </a:lstStyle>
          <a:p>
            <a:pPr lvl="0"/>
            <a:r>
              <a:rPr lang="en-US"/>
              <a:t>Add title</a:t>
            </a:r>
          </a:p>
        </p:txBody>
      </p:sp>
      <p:sp>
        <p:nvSpPr>
          <p:cNvPr id="19" name="Text Placeholder 10">
            <a:extLst>
              <a:ext uri="{FF2B5EF4-FFF2-40B4-BE49-F238E27FC236}">
                <a16:creationId xmlns:a16="http://schemas.microsoft.com/office/drawing/2014/main" id="{886C1499-EEAF-4BF5-99C2-BE435BED3F5B}"/>
              </a:ext>
            </a:extLst>
          </p:cNvPr>
          <p:cNvSpPr>
            <a:spLocks noGrp="1"/>
          </p:cNvSpPr>
          <p:nvPr>
            <p:ph type="body" sz="quarter" idx="27" hasCustomPrompt="1"/>
          </p:nvPr>
        </p:nvSpPr>
        <p:spPr>
          <a:xfrm>
            <a:off x="8670891" y="4463647"/>
            <a:ext cx="2330875" cy="442298"/>
          </a:xfrm>
          <a:prstGeom prst="rect">
            <a:avLst/>
          </a:prstGeom>
        </p:spPr>
        <p:txBody>
          <a:bodyPr anchor="ctr"/>
          <a:lstStyle>
            <a:lvl1pPr marL="0" indent="0" algn="ctr">
              <a:buNone/>
              <a:defRPr sz="1200" cap="all" spc="100" baseline="0">
                <a:solidFill>
                  <a:schemeClr val="bg1"/>
                </a:solidFill>
                <a:latin typeface="+mj-lt"/>
              </a:defRPr>
            </a:lvl1pPr>
          </a:lstStyle>
          <a:p>
            <a:pPr lvl="0"/>
            <a:r>
              <a:rPr lang="en-US"/>
              <a:t>Add name</a:t>
            </a:r>
          </a:p>
        </p:txBody>
      </p:sp>
      <p:sp>
        <p:nvSpPr>
          <p:cNvPr id="20" name="Text Placeholder 10">
            <a:extLst>
              <a:ext uri="{FF2B5EF4-FFF2-40B4-BE49-F238E27FC236}">
                <a16:creationId xmlns:a16="http://schemas.microsoft.com/office/drawing/2014/main" id="{58984A54-7368-4F62-B02D-6A062366006A}"/>
              </a:ext>
            </a:extLst>
          </p:cNvPr>
          <p:cNvSpPr>
            <a:spLocks noGrp="1"/>
          </p:cNvSpPr>
          <p:nvPr>
            <p:ph type="body" sz="quarter" idx="28" hasCustomPrompt="1"/>
          </p:nvPr>
        </p:nvSpPr>
        <p:spPr>
          <a:xfrm>
            <a:off x="8670891" y="4779469"/>
            <a:ext cx="2330875" cy="442298"/>
          </a:xfrm>
          <a:prstGeom prst="rect">
            <a:avLst/>
          </a:prstGeom>
        </p:spPr>
        <p:txBody>
          <a:bodyPr anchor="t"/>
          <a:lstStyle>
            <a:lvl1pPr marL="0" indent="0" algn="ctr">
              <a:buNone/>
              <a:defRPr sz="1100" cap="none" spc="100" baseline="0">
                <a:solidFill>
                  <a:schemeClr val="bg1"/>
                </a:solidFill>
                <a:latin typeface="+mn-lt"/>
              </a:defRPr>
            </a:lvl1pPr>
          </a:lstStyle>
          <a:p>
            <a:pPr lvl="0"/>
            <a:r>
              <a:rPr lang="en-US"/>
              <a:t>Add title</a:t>
            </a:r>
          </a:p>
        </p:txBody>
      </p:sp>
    </p:spTree>
    <p:extLst>
      <p:ext uri="{BB962C8B-B14F-4D97-AF65-F5344CB8AC3E}">
        <p14:creationId xmlns:p14="http://schemas.microsoft.com/office/powerpoint/2010/main" val="29396265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eet Our Team 8-Up">
    <p:bg>
      <p:bgPr>
        <a:solidFill>
          <a:schemeClr val="bg1">
            <a:lumMod val="50000"/>
          </a:schemeClr>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86F087D-92DE-4035-8192-586AF5C8FE12}"/>
              </a:ext>
            </a:extLst>
          </p:cNvPr>
          <p:cNvSpPr>
            <a:spLocks noGrp="1"/>
          </p:cNvSpPr>
          <p:nvPr>
            <p:ph type="dt" sz="half" idx="10"/>
          </p:nvPr>
        </p:nvSpPr>
        <p:spPr/>
        <p:txBody>
          <a:bodyPr/>
          <a:lstStyle>
            <a:lvl1pPr>
              <a:defRPr>
                <a:solidFill>
                  <a:schemeClr val="bg1"/>
                </a:solidFill>
              </a:defRPr>
            </a:lvl1pPr>
          </a:lstStyle>
          <a:p>
            <a:r>
              <a:rPr lang="en-US" dirty="0"/>
              <a:t>8/03/20XX</a:t>
            </a:r>
          </a:p>
        </p:txBody>
      </p:sp>
      <p:sp>
        <p:nvSpPr>
          <p:cNvPr id="4" name="Footer Placeholder 3">
            <a:extLst>
              <a:ext uri="{FF2B5EF4-FFF2-40B4-BE49-F238E27FC236}">
                <a16:creationId xmlns:a16="http://schemas.microsoft.com/office/drawing/2014/main" id="{7A9928F3-1B10-463F-9157-B6A079A7903E}"/>
              </a:ext>
            </a:extLst>
          </p:cNvPr>
          <p:cNvSpPr>
            <a:spLocks noGrp="1"/>
          </p:cNvSpPr>
          <p:nvPr>
            <p:ph type="ftr" sz="quarter" idx="11"/>
          </p:nvPr>
        </p:nvSpPr>
        <p:spPr/>
        <p:txBody>
          <a:bodyPr/>
          <a:lstStyle>
            <a:lvl1pPr>
              <a:defRPr>
                <a:solidFill>
                  <a:schemeClr val="bg1"/>
                </a:solidFill>
              </a:defRPr>
            </a:lvl1pPr>
          </a:lstStyle>
          <a:p>
            <a:r>
              <a:rPr lang="en-US" dirty="0"/>
              <a:t>PITCH DECK</a:t>
            </a:r>
          </a:p>
        </p:txBody>
      </p:sp>
      <p:sp>
        <p:nvSpPr>
          <p:cNvPr id="5" name="Slide Number Placeholder 4">
            <a:extLst>
              <a:ext uri="{FF2B5EF4-FFF2-40B4-BE49-F238E27FC236}">
                <a16:creationId xmlns:a16="http://schemas.microsoft.com/office/drawing/2014/main" id="{746BA99F-4B60-460A-B00E-4D0B0DDD5C5E}"/>
              </a:ext>
            </a:extLst>
          </p:cNvPr>
          <p:cNvSpPr>
            <a:spLocks noGrp="1"/>
          </p:cNvSpPr>
          <p:nvPr>
            <p:ph type="sldNum" sz="quarter" idx="12"/>
          </p:nvPr>
        </p:nvSpPr>
        <p:spPr/>
        <p:txBody>
          <a:bodyPr/>
          <a:lstStyle>
            <a:lvl1pPr>
              <a:defRPr>
                <a:solidFill>
                  <a:schemeClr val="bg1"/>
                </a:solidFill>
              </a:defRPr>
            </a:lvl1pPr>
          </a:lstStyle>
          <a:p>
            <a:fld id="{4F6357DA-28E9-40D3-918C-4D14E8263D81}" type="slidenum">
              <a:rPr lang="en-US" smtClean="0"/>
              <a:pPr/>
              <a:t>‹#›</a:t>
            </a:fld>
            <a:endParaRPr lang="en-US" dirty="0"/>
          </a:p>
        </p:txBody>
      </p:sp>
      <p:sp>
        <p:nvSpPr>
          <p:cNvPr id="8" name="Picture Placeholder 9">
            <a:extLst>
              <a:ext uri="{FF2B5EF4-FFF2-40B4-BE49-F238E27FC236}">
                <a16:creationId xmlns:a16="http://schemas.microsoft.com/office/drawing/2014/main" id="{5A869ECF-2DFC-48EE-97D9-84DCD25E5473}"/>
              </a:ext>
            </a:extLst>
          </p:cNvPr>
          <p:cNvSpPr>
            <a:spLocks noGrp="1"/>
          </p:cNvSpPr>
          <p:nvPr>
            <p:ph type="pic" sz="quarter" idx="16" hasCustomPrompt="1"/>
          </p:nvPr>
        </p:nvSpPr>
        <p:spPr>
          <a:xfrm>
            <a:off x="1979488" y="1979244"/>
            <a:ext cx="1097876" cy="1097875"/>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10" name="Text Placeholder 14">
            <a:extLst>
              <a:ext uri="{FF2B5EF4-FFF2-40B4-BE49-F238E27FC236}">
                <a16:creationId xmlns:a16="http://schemas.microsoft.com/office/drawing/2014/main" id="{156C8A56-CD27-4C90-94A0-6C6EE02744F4}"/>
              </a:ext>
            </a:extLst>
          </p:cNvPr>
          <p:cNvSpPr>
            <a:spLocks noGrp="1"/>
          </p:cNvSpPr>
          <p:nvPr>
            <p:ph type="body" sz="quarter" idx="20" hasCustomPrompt="1"/>
          </p:nvPr>
        </p:nvSpPr>
        <p:spPr>
          <a:xfrm>
            <a:off x="1485529" y="3495484"/>
            <a:ext cx="2085792" cy="365125"/>
          </a:xfrm>
          <a:prstGeom prst="rect">
            <a:avLst/>
          </a:prstGeom>
        </p:spPr>
        <p:txBody>
          <a:bodyPr/>
          <a:lstStyle>
            <a:lvl1pPr marL="0" indent="0" algn="ctr">
              <a:lnSpc>
                <a:spcPct val="90000"/>
              </a:lnSpc>
              <a:spcBef>
                <a:spcPts val="0"/>
              </a:spcBef>
              <a:buNone/>
              <a:defRPr sz="1100" cap="none" spc="100" baseline="0">
                <a:solidFill>
                  <a:schemeClr val="bg1"/>
                </a:solidFill>
                <a:latin typeface="+mn-lt"/>
              </a:defRPr>
            </a:lvl1pPr>
          </a:lstStyle>
          <a:p>
            <a:pPr lvl="0"/>
            <a:r>
              <a:rPr lang="en-US"/>
              <a:t>Add title</a:t>
            </a:r>
          </a:p>
        </p:txBody>
      </p:sp>
      <p:sp>
        <p:nvSpPr>
          <p:cNvPr id="11" name="Text Placeholder 14">
            <a:extLst>
              <a:ext uri="{FF2B5EF4-FFF2-40B4-BE49-F238E27FC236}">
                <a16:creationId xmlns:a16="http://schemas.microsoft.com/office/drawing/2014/main" id="{22104C50-BDDE-4917-8F64-30BB543A7349}"/>
              </a:ext>
            </a:extLst>
          </p:cNvPr>
          <p:cNvSpPr>
            <a:spLocks noGrp="1"/>
          </p:cNvSpPr>
          <p:nvPr>
            <p:ph type="body" sz="quarter" idx="21" hasCustomPrompt="1"/>
          </p:nvPr>
        </p:nvSpPr>
        <p:spPr>
          <a:xfrm>
            <a:off x="3859819" y="3269516"/>
            <a:ext cx="2085792" cy="274650"/>
          </a:xfrm>
          <a:prstGeom prst="rect">
            <a:avLst/>
          </a:prstGeom>
        </p:spPr>
        <p:txBody>
          <a:bodyPr/>
          <a:lstStyle>
            <a:lvl1pPr marL="0" indent="0" algn="ctr">
              <a:buNone/>
              <a:defRPr sz="1200" cap="all" spc="200" baseline="0">
                <a:solidFill>
                  <a:schemeClr val="bg1"/>
                </a:solidFill>
                <a:latin typeface="+mj-lt"/>
              </a:defRPr>
            </a:lvl1pPr>
          </a:lstStyle>
          <a:p>
            <a:pPr lvl="0"/>
            <a:r>
              <a:rPr lang="en-US"/>
              <a:t>Add name</a:t>
            </a:r>
          </a:p>
        </p:txBody>
      </p:sp>
      <p:sp>
        <p:nvSpPr>
          <p:cNvPr id="12" name="Text Placeholder 14">
            <a:extLst>
              <a:ext uri="{FF2B5EF4-FFF2-40B4-BE49-F238E27FC236}">
                <a16:creationId xmlns:a16="http://schemas.microsoft.com/office/drawing/2014/main" id="{16490CE7-7241-4A9F-9A19-0D1533BA52E5}"/>
              </a:ext>
            </a:extLst>
          </p:cNvPr>
          <p:cNvSpPr>
            <a:spLocks noGrp="1"/>
          </p:cNvSpPr>
          <p:nvPr>
            <p:ph type="body" sz="quarter" idx="22" hasCustomPrompt="1"/>
          </p:nvPr>
        </p:nvSpPr>
        <p:spPr>
          <a:xfrm>
            <a:off x="3859818" y="3495484"/>
            <a:ext cx="2085793" cy="365125"/>
          </a:xfrm>
          <a:prstGeom prst="rect">
            <a:avLst/>
          </a:prstGeom>
        </p:spPr>
        <p:txBody>
          <a:bodyPr/>
          <a:lstStyle>
            <a:lvl1pPr marL="0" indent="0" algn="ctr">
              <a:lnSpc>
                <a:spcPct val="90000"/>
              </a:lnSpc>
              <a:spcBef>
                <a:spcPts val="0"/>
              </a:spcBef>
              <a:buNone/>
              <a:defRPr sz="1100" cap="none" spc="100" baseline="0">
                <a:solidFill>
                  <a:schemeClr val="bg1"/>
                </a:solidFill>
                <a:latin typeface="+mn-lt"/>
              </a:defRPr>
            </a:lvl1pPr>
          </a:lstStyle>
          <a:p>
            <a:pPr lvl="0"/>
            <a:r>
              <a:rPr lang="en-US"/>
              <a:t>Add title</a:t>
            </a:r>
          </a:p>
        </p:txBody>
      </p:sp>
      <p:sp>
        <p:nvSpPr>
          <p:cNvPr id="13" name="Text Placeholder 14">
            <a:extLst>
              <a:ext uri="{FF2B5EF4-FFF2-40B4-BE49-F238E27FC236}">
                <a16:creationId xmlns:a16="http://schemas.microsoft.com/office/drawing/2014/main" id="{02C7036D-56D2-4D6E-8F25-344484C61A1F}"/>
              </a:ext>
            </a:extLst>
          </p:cNvPr>
          <p:cNvSpPr>
            <a:spLocks noGrp="1"/>
          </p:cNvSpPr>
          <p:nvPr>
            <p:ph type="body" sz="quarter" idx="23" hasCustomPrompt="1"/>
          </p:nvPr>
        </p:nvSpPr>
        <p:spPr>
          <a:xfrm>
            <a:off x="6234108" y="3269684"/>
            <a:ext cx="2085792" cy="274650"/>
          </a:xfrm>
          <a:prstGeom prst="rect">
            <a:avLst/>
          </a:prstGeom>
        </p:spPr>
        <p:txBody>
          <a:bodyPr/>
          <a:lstStyle>
            <a:lvl1pPr marL="0" indent="0" algn="ctr">
              <a:buNone/>
              <a:defRPr sz="1200" cap="all" spc="200" baseline="0">
                <a:solidFill>
                  <a:schemeClr val="bg1"/>
                </a:solidFill>
                <a:latin typeface="+mj-lt"/>
              </a:defRPr>
            </a:lvl1pPr>
          </a:lstStyle>
          <a:p>
            <a:pPr lvl="0"/>
            <a:r>
              <a:rPr lang="en-US"/>
              <a:t>Add name</a:t>
            </a:r>
          </a:p>
        </p:txBody>
      </p:sp>
      <p:sp>
        <p:nvSpPr>
          <p:cNvPr id="14" name="Text Placeholder 14">
            <a:extLst>
              <a:ext uri="{FF2B5EF4-FFF2-40B4-BE49-F238E27FC236}">
                <a16:creationId xmlns:a16="http://schemas.microsoft.com/office/drawing/2014/main" id="{420E5CE0-16E9-48C3-AEAE-C29C2448D78B}"/>
              </a:ext>
            </a:extLst>
          </p:cNvPr>
          <p:cNvSpPr>
            <a:spLocks noGrp="1"/>
          </p:cNvSpPr>
          <p:nvPr>
            <p:ph type="body" sz="quarter" idx="24" hasCustomPrompt="1"/>
          </p:nvPr>
        </p:nvSpPr>
        <p:spPr>
          <a:xfrm>
            <a:off x="6234107" y="3495484"/>
            <a:ext cx="2085791" cy="365125"/>
          </a:xfrm>
          <a:prstGeom prst="rect">
            <a:avLst/>
          </a:prstGeom>
        </p:spPr>
        <p:txBody>
          <a:bodyPr/>
          <a:lstStyle>
            <a:lvl1pPr marL="0" indent="0" algn="ctr">
              <a:lnSpc>
                <a:spcPct val="90000"/>
              </a:lnSpc>
              <a:spcBef>
                <a:spcPts val="0"/>
              </a:spcBef>
              <a:buNone/>
              <a:defRPr sz="1100" cap="none" spc="100" baseline="0">
                <a:solidFill>
                  <a:schemeClr val="bg1"/>
                </a:solidFill>
                <a:latin typeface="+mn-lt"/>
              </a:defRPr>
            </a:lvl1pPr>
          </a:lstStyle>
          <a:p>
            <a:pPr lvl="0"/>
            <a:r>
              <a:rPr lang="en-US"/>
              <a:t>Add title</a:t>
            </a:r>
          </a:p>
        </p:txBody>
      </p:sp>
      <p:sp>
        <p:nvSpPr>
          <p:cNvPr id="15" name="Text Placeholder 14">
            <a:extLst>
              <a:ext uri="{FF2B5EF4-FFF2-40B4-BE49-F238E27FC236}">
                <a16:creationId xmlns:a16="http://schemas.microsoft.com/office/drawing/2014/main" id="{532463BC-AC80-43A6-8BB3-50F5A28E80BC}"/>
              </a:ext>
            </a:extLst>
          </p:cNvPr>
          <p:cNvSpPr>
            <a:spLocks noGrp="1"/>
          </p:cNvSpPr>
          <p:nvPr>
            <p:ph type="body" sz="quarter" idx="25" hasCustomPrompt="1"/>
          </p:nvPr>
        </p:nvSpPr>
        <p:spPr>
          <a:xfrm>
            <a:off x="8608394" y="3269516"/>
            <a:ext cx="2085792" cy="274650"/>
          </a:xfrm>
          <a:prstGeom prst="rect">
            <a:avLst/>
          </a:prstGeom>
        </p:spPr>
        <p:txBody>
          <a:bodyPr/>
          <a:lstStyle>
            <a:lvl1pPr marL="0" indent="0" algn="ctr">
              <a:buNone/>
              <a:defRPr sz="1200" cap="all" spc="200" baseline="0">
                <a:solidFill>
                  <a:schemeClr val="bg1"/>
                </a:solidFill>
                <a:latin typeface="+mj-lt"/>
              </a:defRPr>
            </a:lvl1pPr>
          </a:lstStyle>
          <a:p>
            <a:pPr lvl="0"/>
            <a:r>
              <a:rPr lang="en-US"/>
              <a:t>Add name</a:t>
            </a:r>
          </a:p>
        </p:txBody>
      </p:sp>
      <p:sp>
        <p:nvSpPr>
          <p:cNvPr id="16" name="Text Placeholder 14">
            <a:extLst>
              <a:ext uri="{FF2B5EF4-FFF2-40B4-BE49-F238E27FC236}">
                <a16:creationId xmlns:a16="http://schemas.microsoft.com/office/drawing/2014/main" id="{4CF5287C-0936-4244-B1EE-226996FEC9A0}"/>
              </a:ext>
            </a:extLst>
          </p:cNvPr>
          <p:cNvSpPr>
            <a:spLocks noGrp="1"/>
          </p:cNvSpPr>
          <p:nvPr>
            <p:ph type="body" sz="quarter" idx="26" hasCustomPrompt="1"/>
          </p:nvPr>
        </p:nvSpPr>
        <p:spPr>
          <a:xfrm>
            <a:off x="8608391" y="3495484"/>
            <a:ext cx="2085791" cy="365125"/>
          </a:xfrm>
          <a:prstGeom prst="rect">
            <a:avLst/>
          </a:prstGeom>
        </p:spPr>
        <p:txBody>
          <a:bodyPr/>
          <a:lstStyle>
            <a:lvl1pPr marL="0" indent="0" algn="ctr">
              <a:lnSpc>
                <a:spcPct val="90000"/>
              </a:lnSpc>
              <a:spcBef>
                <a:spcPts val="0"/>
              </a:spcBef>
              <a:buNone/>
              <a:defRPr sz="1100" cap="none" spc="100" baseline="0">
                <a:solidFill>
                  <a:schemeClr val="bg1"/>
                </a:solidFill>
                <a:latin typeface="+mn-lt"/>
              </a:defRPr>
            </a:lvl1pPr>
          </a:lstStyle>
          <a:p>
            <a:pPr lvl="0"/>
            <a:r>
              <a:rPr lang="en-US"/>
              <a:t>Add title</a:t>
            </a:r>
          </a:p>
        </p:txBody>
      </p:sp>
      <p:sp>
        <p:nvSpPr>
          <p:cNvPr id="38" name="Text Placeholder 14">
            <a:extLst>
              <a:ext uri="{FF2B5EF4-FFF2-40B4-BE49-F238E27FC236}">
                <a16:creationId xmlns:a16="http://schemas.microsoft.com/office/drawing/2014/main" id="{80E59778-6A5E-4CAE-8EB2-BBEBB43F6D4B}"/>
              </a:ext>
            </a:extLst>
          </p:cNvPr>
          <p:cNvSpPr>
            <a:spLocks noGrp="1"/>
          </p:cNvSpPr>
          <p:nvPr>
            <p:ph type="body" sz="quarter" idx="46" hasCustomPrompt="1"/>
          </p:nvPr>
        </p:nvSpPr>
        <p:spPr>
          <a:xfrm>
            <a:off x="1485530" y="3269516"/>
            <a:ext cx="2085792" cy="274650"/>
          </a:xfrm>
          <a:prstGeom prst="rect">
            <a:avLst/>
          </a:prstGeom>
        </p:spPr>
        <p:txBody>
          <a:bodyPr/>
          <a:lstStyle>
            <a:lvl1pPr marL="0" indent="0" algn="ctr">
              <a:buNone/>
              <a:defRPr sz="1200" cap="all" spc="200" baseline="0">
                <a:solidFill>
                  <a:schemeClr val="bg1"/>
                </a:solidFill>
                <a:latin typeface="+mj-lt"/>
              </a:defRPr>
            </a:lvl1pPr>
          </a:lstStyle>
          <a:p>
            <a:pPr lvl="0"/>
            <a:r>
              <a:rPr lang="en-US"/>
              <a:t>Add name</a:t>
            </a:r>
          </a:p>
        </p:txBody>
      </p:sp>
      <p:sp>
        <p:nvSpPr>
          <p:cNvPr id="47" name="Text Placeholder 14">
            <a:extLst>
              <a:ext uri="{FF2B5EF4-FFF2-40B4-BE49-F238E27FC236}">
                <a16:creationId xmlns:a16="http://schemas.microsoft.com/office/drawing/2014/main" id="{393D72E6-E684-4731-B139-4BA8111999D9}"/>
              </a:ext>
            </a:extLst>
          </p:cNvPr>
          <p:cNvSpPr>
            <a:spLocks noGrp="1"/>
          </p:cNvSpPr>
          <p:nvPr>
            <p:ph type="body" sz="quarter" idx="48" hasCustomPrompt="1"/>
          </p:nvPr>
        </p:nvSpPr>
        <p:spPr>
          <a:xfrm>
            <a:off x="1485442" y="5546241"/>
            <a:ext cx="2085792" cy="365125"/>
          </a:xfrm>
          <a:prstGeom prst="rect">
            <a:avLst/>
          </a:prstGeom>
        </p:spPr>
        <p:txBody>
          <a:bodyPr/>
          <a:lstStyle>
            <a:lvl1pPr marL="0" indent="0" algn="ctr">
              <a:lnSpc>
                <a:spcPct val="90000"/>
              </a:lnSpc>
              <a:spcBef>
                <a:spcPts val="0"/>
              </a:spcBef>
              <a:buNone/>
              <a:defRPr sz="1100" cap="none" spc="100" baseline="0">
                <a:solidFill>
                  <a:schemeClr val="bg1"/>
                </a:solidFill>
                <a:latin typeface="+mn-lt"/>
              </a:defRPr>
            </a:lvl1pPr>
          </a:lstStyle>
          <a:p>
            <a:pPr lvl="0"/>
            <a:r>
              <a:rPr lang="en-US"/>
              <a:t>Add title</a:t>
            </a:r>
          </a:p>
        </p:txBody>
      </p:sp>
      <p:sp>
        <p:nvSpPr>
          <p:cNvPr id="48" name="Text Placeholder 14">
            <a:extLst>
              <a:ext uri="{FF2B5EF4-FFF2-40B4-BE49-F238E27FC236}">
                <a16:creationId xmlns:a16="http://schemas.microsoft.com/office/drawing/2014/main" id="{17AF8A36-96BD-4383-BD10-0AF6C3CAA215}"/>
              </a:ext>
            </a:extLst>
          </p:cNvPr>
          <p:cNvSpPr>
            <a:spLocks noGrp="1"/>
          </p:cNvSpPr>
          <p:nvPr>
            <p:ph type="body" sz="quarter" idx="49" hasCustomPrompt="1"/>
          </p:nvPr>
        </p:nvSpPr>
        <p:spPr>
          <a:xfrm>
            <a:off x="3859819" y="5320273"/>
            <a:ext cx="2085792" cy="274650"/>
          </a:xfrm>
          <a:prstGeom prst="rect">
            <a:avLst/>
          </a:prstGeom>
        </p:spPr>
        <p:txBody>
          <a:bodyPr/>
          <a:lstStyle>
            <a:lvl1pPr marL="0" indent="0" algn="ctr">
              <a:buNone/>
              <a:defRPr sz="1200" cap="all" spc="200" baseline="0">
                <a:solidFill>
                  <a:schemeClr val="bg1"/>
                </a:solidFill>
                <a:latin typeface="+mj-lt"/>
              </a:defRPr>
            </a:lvl1pPr>
          </a:lstStyle>
          <a:p>
            <a:pPr lvl="0"/>
            <a:r>
              <a:rPr lang="en-US"/>
              <a:t>Add name</a:t>
            </a:r>
          </a:p>
        </p:txBody>
      </p:sp>
      <p:sp>
        <p:nvSpPr>
          <p:cNvPr id="49" name="Text Placeholder 14">
            <a:extLst>
              <a:ext uri="{FF2B5EF4-FFF2-40B4-BE49-F238E27FC236}">
                <a16:creationId xmlns:a16="http://schemas.microsoft.com/office/drawing/2014/main" id="{F26B5D3A-6C13-4204-9756-1BCA5AE8D12C}"/>
              </a:ext>
            </a:extLst>
          </p:cNvPr>
          <p:cNvSpPr>
            <a:spLocks noGrp="1"/>
          </p:cNvSpPr>
          <p:nvPr>
            <p:ph type="body" sz="quarter" idx="50" hasCustomPrompt="1"/>
          </p:nvPr>
        </p:nvSpPr>
        <p:spPr>
          <a:xfrm>
            <a:off x="3859730" y="5546241"/>
            <a:ext cx="2085793" cy="365125"/>
          </a:xfrm>
          <a:prstGeom prst="rect">
            <a:avLst/>
          </a:prstGeom>
        </p:spPr>
        <p:txBody>
          <a:bodyPr/>
          <a:lstStyle>
            <a:lvl1pPr marL="0" indent="0" algn="ctr">
              <a:lnSpc>
                <a:spcPct val="90000"/>
              </a:lnSpc>
              <a:spcBef>
                <a:spcPts val="0"/>
              </a:spcBef>
              <a:buNone/>
              <a:defRPr sz="1100" cap="none" spc="100" baseline="0">
                <a:solidFill>
                  <a:schemeClr val="bg1"/>
                </a:solidFill>
                <a:latin typeface="+mn-lt"/>
              </a:defRPr>
            </a:lvl1pPr>
          </a:lstStyle>
          <a:p>
            <a:pPr lvl="0"/>
            <a:r>
              <a:rPr lang="en-US"/>
              <a:t>Add title</a:t>
            </a:r>
          </a:p>
        </p:txBody>
      </p:sp>
      <p:sp>
        <p:nvSpPr>
          <p:cNvPr id="50" name="Text Placeholder 14">
            <a:extLst>
              <a:ext uri="{FF2B5EF4-FFF2-40B4-BE49-F238E27FC236}">
                <a16:creationId xmlns:a16="http://schemas.microsoft.com/office/drawing/2014/main" id="{80D112F0-B8AB-4FA9-B732-BE08CD1234D5}"/>
              </a:ext>
            </a:extLst>
          </p:cNvPr>
          <p:cNvSpPr>
            <a:spLocks noGrp="1"/>
          </p:cNvSpPr>
          <p:nvPr>
            <p:ph type="body" sz="quarter" idx="51" hasCustomPrompt="1"/>
          </p:nvPr>
        </p:nvSpPr>
        <p:spPr>
          <a:xfrm>
            <a:off x="6234108" y="5320441"/>
            <a:ext cx="2085792" cy="274650"/>
          </a:xfrm>
          <a:prstGeom prst="rect">
            <a:avLst/>
          </a:prstGeom>
        </p:spPr>
        <p:txBody>
          <a:bodyPr/>
          <a:lstStyle>
            <a:lvl1pPr marL="0" indent="0" algn="ctr">
              <a:buNone/>
              <a:defRPr sz="1200" cap="all" spc="200" baseline="0">
                <a:solidFill>
                  <a:schemeClr val="bg1"/>
                </a:solidFill>
                <a:latin typeface="+mj-lt"/>
              </a:defRPr>
            </a:lvl1pPr>
          </a:lstStyle>
          <a:p>
            <a:pPr lvl="0"/>
            <a:r>
              <a:rPr lang="en-US"/>
              <a:t>Add name</a:t>
            </a:r>
          </a:p>
        </p:txBody>
      </p:sp>
      <p:sp>
        <p:nvSpPr>
          <p:cNvPr id="51" name="Text Placeholder 14">
            <a:extLst>
              <a:ext uri="{FF2B5EF4-FFF2-40B4-BE49-F238E27FC236}">
                <a16:creationId xmlns:a16="http://schemas.microsoft.com/office/drawing/2014/main" id="{4784D9A7-36A5-4F3B-AA7B-CB5E2D655945}"/>
              </a:ext>
            </a:extLst>
          </p:cNvPr>
          <p:cNvSpPr>
            <a:spLocks noGrp="1"/>
          </p:cNvSpPr>
          <p:nvPr>
            <p:ph type="body" sz="quarter" idx="52" hasCustomPrompt="1"/>
          </p:nvPr>
        </p:nvSpPr>
        <p:spPr>
          <a:xfrm>
            <a:off x="6234063" y="5546241"/>
            <a:ext cx="2085791" cy="365125"/>
          </a:xfrm>
          <a:prstGeom prst="rect">
            <a:avLst/>
          </a:prstGeom>
        </p:spPr>
        <p:txBody>
          <a:bodyPr/>
          <a:lstStyle>
            <a:lvl1pPr marL="0" indent="0" algn="ctr">
              <a:lnSpc>
                <a:spcPct val="90000"/>
              </a:lnSpc>
              <a:spcBef>
                <a:spcPts val="0"/>
              </a:spcBef>
              <a:buNone/>
              <a:defRPr sz="1100" cap="none" spc="100" baseline="0">
                <a:solidFill>
                  <a:schemeClr val="bg1"/>
                </a:solidFill>
                <a:latin typeface="+mn-lt"/>
              </a:defRPr>
            </a:lvl1pPr>
          </a:lstStyle>
          <a:p>
            <a:pPr lvl="0"/>
            <a:r>
              <a:rPr lang="en-US"/>
              <a:t>Add title</a:t>
            </a:r>
          </a:p>
        </p:txBody>
      </p:sp>
      <p:sp>
        <p:nvSpPr>
          <p:cNvPr id="52" name="Text Placeholder 14">
            <a:extLst>
              <a:ext uri="{FF2B5EF4-FFF2-40B4-BE49-F238E27FC236}">
                <a16:creationId xmlns:a16="http://schemas.microsoft.com/office/drawing/2014/main" id="{D7A99E46-923F-4364-BF2F-FBB534A10648}"/>
              </a:ext>
            </a:extLst>
          </p:cNvPr>
          <p:cNvSpPr>
            <a:spLocks noGrp="1"/>
          </p:cNvSpPr>
          <p:nvPr>
            <p:ph type="body" sz="quarter" idx="53" hasCustomPrompt="1"/>
          </p:nvPr>
        </p:nvSpPr>
        <p:spPr>
          <a:xfrm>
            <a:off x="8608394" y="5320273"/>
            <a:ext cx="2085792" cy="274650"/>
          </a:xfrm>
          <a:prstGeom prst="rect">
            <a:avLst/>
          </a:prstGeom>
        </p:spPr>
        <p:txBody>
          <a:bodyPr/>
          <a:lstStyle>
            <a:lvl1pPr marL="0" indent="0" algn="ctr">
              <a:buNone/>
              <a:defRPr sz="1200" cap="all" spc="200" baseline="0">
                <a:solidFill>
                  <a:schemeClr val="bg1"/>
                </a:solidFill>
                <a:latin typeface="+mj-lt"/>
              </a:defRPr>
            </a:lvl1pPr>
          </a:lstStyle>
          <a:p>
            <a:pPr lvl="0"/>
            <a:r>
              <a:rPr lang="en-US"/>
              <a:t>Add name</a:t>
            </a:r>
          </a:p>
        </p:txBody>
      </p:sp>
      <p:sp>
        <p:nvSpPr>
          <p:cNvPr id="53" name="Text Placeholder 14">
            <a:extLst>
              <a:ext uri="{FF2B5EF4-FFF2-40B4-BE49-F238E27FC236}">
                <a16:creationId xmlns:a16="http://schemas.microsoft.com/office/drawing/2014/main" id="{506EFF4D-3C39-4F6E-A14E-EFF1C741CCCB}"/>
              </a:ext>
            </a:extLst>
          </p:cNvPr>
          <p:cNvSpPr>
            <a:spLocks noGrp="1"/>
          </p:cNvSpPr>
          <p:nvPr>
            <p:ph type="body" sz="quarter" idx="54" hasCustomPrompt="1"/>
          </p:nvPr>
        </p:nvSpPr>
        <p:spPr>
          <a:xfrm>
            <a:off x="8608391" y="5546241"/>
            <a:ext cx="2085791" cy="365125"/>
          </a:xfrm>
          <a:prstGeom prst="rect">
            <a:avLst/>
          </a:prstGeom>
        </p:spPr>
        <p:txBody>
          <a:bodyPr/>
          <a:lstStyle>
            <a:lvl1pPr marL="0" indent="0" algn="ctr">
              <a:lnSpc>
                <a:spcPct val="90000"/>
              </a:lnSpc>
              <a:spcBef>
                <a:spcPts val="0"/>
              </a:spcBef>
              <a:buNone/>
              <a:defRPr sz="1100" cap="none" spc="100" baseline="0">
                <a:solidFill>
                  <a:schemeClr val="bg1"/>
                </a:solidFill>
                <a:latin typeface="+mn-lt"/>
              </a:defRPr>
            </a:lvl1pPr>
          </a:lstStyle>
          <a:p>
            <a:pPr lvl="0"/>
            <a:r>
              <a:rPr lang="en-US"/>
              <a:t>Add title</a:t>
            </a:r>
          </a:p>
        </p:txBody>
      </p:sp>
      <p:sp>
        <p:nvSpPr>
          <p:cNvPr id="57" name="Text Placeholder 14">
            <a:extLst>
              <a:ext uri="{FF2B5EF4-FFF2-40B4-BE49-F238E27FC236}">
                <a16:creationId xmlns:a16="http://schemas.microsoft.com/office/drawing/2014/main" id="{0C5A43DB-AE3F-48FC-B6D4-8879D4CDADB4}"/>
              </a:ext>
            </a:extLst>
          </p:cNvPr>
          <p:cNvSpPr>
            <a:spLocks noGrp="1"/>
          </p:cNvSpPr>
          <p:nvPr>
            <p:ph type="body" sz="quarter" idx="58" hasCustomPrompt="1"/>
          </p:nvPr>
        </p:nvSpPr>
        <p:spPr>
          <a:xfrm>
            <a:off x="1485530" y="5320273"/>
            <a:ext cx="2085792" cy="274650"/>
          </a:xfrm>
          <a:prstGeom prst="rect">
            <a:avLst/>
          </a:prstGeom>
        </p:spPr>
        <p:txBody>
          <a:bodyPr/>
          <a:lstStyle>
            <a:lvl1pPr marL="0" indent="0" algn="ctr">
              <a:buNone/>
              <a:defRPr sz="1200" cap="all" spc="200" baseline="0">
                <a:solidFill>
                  <a:schemeClr val="bg1"/>
                </a:solidFill>
                <a:latin typeface="+mj-lt"/>
              </a:defRPr>
            </a:lvl1pPr>
          </a:lstStyle>
          <a:p>
            <a:pPr lvl="0"/>
            <a:r>
              <a:rPr lang="en-US"/>
              <a:t>Add name</a:t>
            </a:r>
          </a:p>
        </p:txBody>
      </p:sp>
      <p:sp>
        <p:nvSpPr>
          <p:cNvPr id="33" name="Picture Placeholder 9">
            <a:extLst>
              <a:ext uri="{FF2B5EF4-FFF2-40B4-BE49-F238E27FC236}">
                <a16:creationId xmlns:a16="http://schemas.microsoft.com/office/drawing/2014/main" id="{BF616705-4A53-4806-B16C-BA39A5A02D23}"/>
              </a:ext>
            </a:extLst>
          </p:cNvPr>
          <p:cNvSpPr>
            <a:spLocks noGrp="1"/>
          </p:cNvSpPr>
          <p:nvPr>
            <p:ph type="pic" sz="quarter" idx="59" hasCustomPrompt="1"/>
          </p:nvPr>
        </p:nvSpPr>
        <p:spPr>
          <a:xfrm>
            <a:off x="4353776" y="1979244"/>
            <a:ext cx="1097876" cy="1097875"/>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39" name="Picture Placeholder 9">
            <a:extLst>
              <a:ext uri="{FF2B5EF4-FFF2-40B4-BE49-F238E27FC236}">
                <a16:creationId xmlns:a16="http://schemas.microsoft.com/office/drawing/2014/main" id="{12C5AB77-7FB0-4FE2-A742-FA3672277633}"/>
              </a:ext>
            </a:extLst>
          </p:cNvPr>
          <p:cNvSpPr>
            <a:spLocks noGrp="1"/>
          </p:cNvSpPr>
          <p:nvPr>
            <p:ph type="pic" sz="quarter" idx="60" hasCustomPrompt="1"/>
          </p:nvPr>
        </p:nvSpPr>
        <p:spPr>
          <a:xfrm>
            <a:off x="6728064" y="1979244"/>
            <a:ext cx="1097876" cy="1097875"/>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40" name="Picture Placeholder 9">
            <a:extLst>
              <a:ext uri="{FF2B5EF4-FFF2-40B4-BE49-F238E27FC236}">
                <a16:creationId xmlns:a16="http://schemas.microsoft.com/office/drawing/2014/main" id="{8A37ED26-A40F-40E4-9FB0-0F305BCB23F4}"/>
              </a:ext>
            </a:extLst>
          </p:cNvPr>
          <p:cNvSpPr>
            <a:spLocks noGrp="1"/>
          </p:cNvSpPr>
          <p:nvPr>
            <p:ph type="pic" sz="quarter" idx="61" hasCustomPrompt="1"/>
          </p:nvPr>
        </p:nvSpPr>
        <p:spPr>
          <a:xfrm>
            <a:off x="9102352" y="1979244"/>
            <a:ext cx="1097876" cy="1097875"/>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41" name="Picture Placeholder 9">
            <a:extLst>
              <a:ext uri="{FF2B5EF4-FFF2-40B4-BE49-F238E27FC236}">
                <a16:creationId xmlns:a16="http://schemas.microsoft.com/office/drawing/2014/main" id="{B6231166-8699-4C7F-8542-01C947970C37}"/>
              </a:ext>
            </a:extLst>
          </p:cNvPr>
          <p:cNvSpPr>
            <a:spLocks noGrp="1"/>
          </p:cNvSpPr>
          <p:nvPr>
            <p:ph type="pic" sz="quarter" idx="62" hasCustomPrompt="1"/>
          </p:nvPr>
        </p:nvSpPr>
        <p:spPr>
          <a:xfrm>
            <a:off x="1979488" y="4028080"/>
            <a:ext cx="1097876" cy="1097875"/>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42" name="Picture Placeholder 9">
            <a:extLst>
              <a:ext uri="{FF2B5EF4-FFF2-40B4-BE49-F238E27FC236}">
                <a16:creationId xmlns:a16="http://schemas.microsoft.com/office/drawing/2014/main" id="{C8BBF1DC-9382-4EDC-8A43-26FBDBA89C72}"/>
              </a:ext>
            </a:extLst>
          </p:cNvPr>
          <p:cNvSpPr>
            <a:spLocks noGrp="1"/>
          </p:cNvSpPr>
          <p:nvPr>
            <p:ph type="pic" sz="quarter" idx="63" hasCustomPrompt="1"/>
          </p:nvPr>
        </p:nvSpPr>
        <p:spPr>
          <a:xfrm>
            <a:off x="4353776" y="4028080"/>
            <a:ext cx="1097876" cy="1097875"/>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43" name="Picture Placeholder 9">
            <a:extLst>
              <a:ext uri="{FF2B5EF4-FFF2-40B4-BE49-F238E27FC236}">
                <a16:creationId xmlns:a16="http://schemas.microsoft.com/office/drawing/2014/main" id="{E1600B1D-A51F-4CD2-B131-483A6088B903}"/>
              </a:ext>
            </a:extLst>
          </p:cNvPr>
          <p:cNvSpPr>
            <a:spLocks noGrp="1"/>
          </p:cNvSpPr>
          <p:nvPr>
            <p:ph type="pic" sz="quarter" idx="64" hasCustomPrompt="1"/>
          </p:nvPr>
        </p:nvSpPr>
        <p:spPr>
          <a:xfrm>
            <a:off x="6728064" y="4028080"/>
            <a:ext cx="1097876" cy="1097875"/>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44" name="Picture Placeholder 9">
            <a:extLst>
              <a:ext uri="{FF2B5EF4-FFF2-40B4-BE49-F238E27FC236}">
                <a16:creationId xmlns:a16="http://schemas.microsoft.com/office/drawing/2014/main" id="{C6C004ED-2B06-4144-9164-96A4CDC05395}"/>
              </a:ext>
            </a:extLst>
          </p:cNvPr>
          <p:cNvSpPr>
            <a:spLocks noGrp="1"/>
          </p:cNvSpPr>
          <p:nvPr>
            <p:ph type="pic" sz="quarter" idx="65" hasCustomPrompt="1"/>
          </p:nvPr>
        </p:nvSpPr>
        <p:spPr>
          <a:xfrm>
            <a:off x="9102352" y="4028080"/>
            <a:ext cx="1097876" cy="1097875"/>
          </a:xfrm>
          <a:prstGeom prst="ellipse">
            <a:avLst/>
          </a:prstGeom>
        </p:spPr>
        <p:txBody>
          <a:bodyPr/>
          <a:lstStyle>
            <a:lvl1pPr marL="0" indent="0" algn="ctr">
              <a:buNone/>
              <a:defRPr sz="2000">
                <a:solidFill>
                  <a:schemeClr val="bg1"/>
                </a:solidFill>
              </a:defRPr>
            </a:lvl1pPr>
          </a:lstStyle>
          <a:p>
            <a:r>
              <a:rPr lang="en-US" dirty="0"/>
              <a:t>Click to add photo</a:t>
            </a:r>
          </a:p>
        </p:txBody>
      </p:sp>
      <p:sp>
        <p:nvSpPr>
          <p:cNvPr id="30" name="Title 1">
            <a:extLst>
              <a:ext uri="{FF2B5EF4-FFF2-40B4-BE49-F238E27FC236}">
                <a16:creationId xmlns:a16="http://schemas.microsoft.com/office/drawing/2014/main" id="{4002D7BD-981B-493B-A5A0-DA83B6593157}"/>
              </a:ext>
            </a:extLst>
          </p:cNvPr>
          <p:cNvSpPr>
            <a:spLocks noGrp="1"/>
          </p:cNvSpPr>
          <p:nvPr>
            <p:ph type="ctrTitle" hasCustomPrompt="1"/>
          </p:nvPr>
        </p:nvSpPr>
        <p:spPr>
          <a:xfrm>
            <a:off x="2933903" y="724868"/>
            <a:ext cx="6324194" cy="639955"/>
          </a:xfrm>
          <a:prstGeom prst="rect">
            <a:avLst/>
          </a:prstGeom>
        </p:spPr>
        <p:txBody>
          <a:bodyPr anchor="ctr"/>
          <a:lstStyle>
            <a:lvl1pPr algn="ctr">
              <a:defRPr sz="2200" cap="all" spc="200" baseline="0">
                <a:solidFill>
                  <a:schemeClr val="bg1"/>
                </a:solidFill>
                <a:latin typeface="+mj-lt"/>
              </a:defRPr>
            </a:lvl1pPr>
          </a:lstStyle>
          <a:p>
            <a:r>
              <a:rPr lang="en-US"/>
              <a:t>Click to add title</a:t>
            </a:r>
          </a:p>
        </p:txBody>
      </p:sp>
    </p:spTree>
    <p:extLst>
      <p:ext uri="{BB962C8B-B14F-4D97-AF65-F5344CB8AC3E}">
        <p14:creationId xmlns:p14="http://schemas.microsoft.com/office/powerpoint/2010/main" val="28697476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bg>
      <p:bgPr>
        <a:solidFill>
          <a:schemeClr val="accent6"/>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36A6C4-760E-4DFC-9166-0346E320E61C}"/>
              </a:ext>
            </a:extLst>
          </p:cNvPr>
          <p:cNvSpPr>
            <a:spLocks noGrp="1"/>
          </p:cNvSpPr>
          <p:nvPr>
            <p:ph type="dt" sz="half" idx="10"/>
          </p:nvPr>
        </p:nvSpPr>
        <p:spPr/>
        <p:txBody>
          <a:bodyPr/>
          <a:lstStyle>
            <a:lvl1pPr>
              <a:defRPr>
                <a:solidFill>
                  <a:schemeClr val="accent6">
                    <a:lumMod val="25000"/>
                    <a:lumOff val="75000"/>
                  </a:schemeClr>
                </a:solidFill>
              </a:defRPr>
            </a:lvl1pPr>
          </a:lstStyle>
          <a:p>
            <a:r>
              <a:rPr lang="en-US" dirty="0"/>
              <a:t>8/03/20XX</a:t>
            </a:r>
          </a:p>
        </p:txBody>
      </p:sp>
      <p:sp>
        <p:nvSpPr>
          <p:cNvPr id="4" name="Footer Placeholder 3">
            <a:extLst>
              <a:ext uri="{FF2B5EF4-FFF2-40B4-BE49-F238E27FC236}">
                <a16:creationId xmlns:a16="http://schemas.microsoft.com/office/drawing/2014/main" id="{2AA830E9-38B9-41B2-9047-8F9003630EF4}"/>
              </a:ext>
            </a:extLst>
          </p:cNvPr>
          <p:cNvSpPr>
            <a:spLocks noGrp="1"/>
          </p:cNvSpPr>
          <p:nvPr>
            <p:ph type="ftr" sz="quarter" idx="11"/>
          </p:nvPr>
        </p:nvSpPr>
        <p:spPr/>
        <p:txBody>
          <a:bodyPr/>
          <a:lstStyle>
            <a:lvl1pPr>
              <a:defRPr>
                <a:solidFill>
                  <a:schemeClr val="accent6">
                    <a:lumMod val="25000"/>
                    <a:lumOff val="75000"/>
                  </a:schemeClr>
                </a:solidFill>
              </a:defRPr>
            </a:lvl1pPr>
          </a:lstStyle>
          <a:p>
            <a:r>
              <a:rPr lang="en-US" dirty="0"/>
              <a:t>PITCH DECK</a:t>
            </a:r>
          </a:p>
        </p:txBody>
      </p:sp>
      <p:sp>
        <p:nvSpPr>
          <p:cNvPr id="5" name="Slide Number Placeholder 4">
            <a:extLst>
              <a:ext uri="{FF2B5EF4-FFF2-40B4-BE49-F238E27FC236}">
                <a16:creationId xmlns:a16="http://schemas.microsoft.com/office/drawing/2014/main" id="{705897FB-ACEE-45BF-9704-D517B9B958B9}"/>
              </a:ext>
            </a:extLst>
          </p:cNvPr>
          <p:cNvSpPr>
            <a:spLocks noGrp="1"/>
          </p:cNvSpPr>
          <p:nvPr>
            <p:ph type="sldNum" sz="quarter" idx="12"/>
          </p:nvPr>
        </p:nvSpPr>
        <p:spPr/>
        <p:txBody>
          <a:bodyPr/>
          <a:lstStyle>
            <a:lvl1pPr>
              <a:defRPr>
                <a:solidFill>
                  <a:schemeClr val="accent6">
                    <a:lumMod val="25000"/>
                    <a:lumOff val="75000"/>
                  </a:schemeClr>
                </a:solidFill>
              </a:defRPr>
            </a:lvl1pPr>
          </a:lstStyle>
          <a:p>
            <a:fld id="{4F6357DA-28E9-40D3-918C-4D14E8263D81}" type="slidenum">
              <a:rPr lang="en-US" smtClean="0"/>
              <a:pPr/>
              <a:t>‹#›</a:t>
            </a:fld>
            <a:endParaRPr lang="en-US" dirty="0"/>
          </a:p>
        </p:txBody>
      </p:sp>
      <p:sp>
        <p:nvSpPr>
          <p:cNvPr id="6" name="Title 1">
            <a:extLst>
              <a:ext uri="{FF2B5EF4-FFF2-40B4-BE49-F238E27FC236}">
                <a16:creationId xmlns:a16="http://schemas.microsoft.com/office/drawing/2014/main" id="{4F61A60D-EA13-4C4C-9816-85480A2E2A90}"/>
              </a:ext>
            </a:extLst>
          </p:cNvPr>
          <p:cNvSpPr>
            <a:spLocks noGrp="1"/>
          </p:cNvSpPr>
          <p:nvPr>
            <p:ph type="ctrTitle" hasCustomPrompt="1"/>
          </p:nvPr>
        </p:nvSpPr>
        <p:spPr>
          <a:xfrm>
            <a:off x="2933903" y="724868"/>
            <a:ext cx="6324194" cy="639955"/>
          </a:xfrm>
          <a:prstGeom prst="rect">
            <a:avLst/>
          </a:prstGeom>
        </p:spPr>
        <p:txBody>
          <a:bodyPr anchor="ctr"/>
          <a:lstStyle>
            <a:lvl1pPr algn="ctr">
              <a:defRPr sz="2200" cap="all" spc="200" baseline="0">
                <a:solidFill>
                  <a:schemeClr val="bg1"/>
                </a:solidFill>
                <a:latin typeface="+mj-lt"/>
              </a:defRPr>
            </a:lvl1pPr>
          </a:lstStyle>
          <a:p>
            <a:r>
              <a:rPr lang="en-US"/>
              <a:t>Click to add title</a:t>
            </a:r>
          </a:p>
        </p:txBody>
      </p:sp>
      <p:sp>
        <p:nvSpPr>
          <p:cNvPr id="20" name="Text Placeholder 14">
            <a:extLst>
              <a:ext uri="{FF2B5EF4-FFF2-40B4-BE49-F238E27FC236}">
                <a16:creationId xmlns:a16="http://schemas.microsoft.com/office/drawing/2014/main" id="{1C424B8B-6301-4675-9015-050DF1DF9113}"/>
              </a:ext>
            </a:extLst>
          </p:cNvPr>
          <p:cNvSpPr>
            <a:spLocks noGrp="1"/>
          </p:cNvSpPr>
          <p:nvPr>
            <p:ph type="body" sz="quarter" idx="13" hasCustomPrompt="1"/>
          </p:nvPr>
        </p:nvSpPr>
        <p:spPr>
          <a:xfrm>
            <a:off x="900511" y="4059648"/>
            <a:ext cx="2382386" cy="613702"/>
          </a:xfrm>
          <a:prstGeom prst="rect">
            <a:avLst/>
          </a:prstGeom>
        </p:spPr>
        <p:txBody>
          <a:bodyPr anchor="b"/>
          <a:lstStyle>
            <a:lvl1pPr marL="0" indent="0" algn="ctr">
              <a:lnSpc>
                <a:spcPct val="100000"/>
              </a:lnSpc>
              <a:spcBef>
                <a:spcPts val="0"/>
              </a:spcBef>
              <a:spcAft>
                <a:spcPts val="0"/>
              </a:spcAft>
              <a:buNone/>
              <a:defRPr sz="1400" cap="all" spc="200" baseline="0">
                <a:solidFill>
                  <a:schemeClr val="tx2"/>
                </a:solidFill>
                <a:latin typeface="+mj-lt"/>
              </a:defRPr>
            </a:lvl1pPr>
          </a:lstStyle>
          <a:p>
            <a:pPr lvl="0"/>
            <a:r>
              <a:rPr lang="en-US"/>
              <a:t>Click to add title</a:t>
            </a:r>
          </a:p>
        </p:txBody>
      </p:sp>
      <p:sp>
        <p:nvSpPr>
          <p:cNvPr id="21" name="Text Placeholder 14">
            <a:extLst>
              <a:ext uri="{FF2B5EF4-FFF2-40B4-BE49-F238E27FC236}">
                <a16:creationId xmlns:a16="http://schemas.microsoft.com/office/drawing/2014/main" id="{44297A50-8392-4EB9-9BF6-451C4B9977BA}"/>
              </a:ext>
            </a:extLst>
          </p:cNvPr>
          <p:cNvSpPr>
            <a:spLocks noGrp="1"/>
          </p:cNvSpPr>
          <p:nvPr>
            <p:ph type="body" sz="quarter" idx="14" hasCustomPrompt="1"/>
          </p:nvPr>
        </p:nvSpPr>
        <p:spPr>
          <a:xfrm>
            <a:off x="900511" y="4651391"/>
            <a:ext cx="2382386" cy="857935"/>
          </a:xfrm>
          <a:prstGeom prst="rect">
            <a:avLst/>
          </a:prstGeom>
        </p:spPr>
        <p:txBody>
          <a:bodyPr/>
          <a:lstStyle>
            <a:lvl1pPr marL="0" indent="0" algn="ctr">
              <a:lnSpc>
                <a:spcPct val="125000"/>
              </a:lnSpc>
              <a:spcBef>
                <a:spcPts val="0"/>
              </a:spcBef>
              <a:buNone/>
              <a:defRPr sz="1200" cap="none" spc="100" baseline="0">
                <a:solidFill>
                  <a:schemeClr val="bg1"/>
                </a:solidFill>
                <a:latin typeface="+mn-lt"/>
              </a:defRPr>
            </a:lvl1pPr>
          </a:lstStyle>
          <a:p>
            <a:pPr lvl="0"/>
            <a:r>
              <a:rPr lang="en-US"/>
              <a:t>Click to add text</a:t>
            </a:r>
          </a:p>
        </p:txBody>
      </p:sp>
      <p:sp>
        <p:nvSpPr>
          <p:cNvPr id="22" name="Text Placeholder 14">
            <a:extLst>
              <a:ext uri="{FF2B5EF4-FFF2-40B4-BE49-F238E27FC236}">
                <a16:creationId xmlns:a16="http://schemas.microsoft.com/office/drawing/2014/main" id="{01B3A901-BBC6-44D9-9C97-6CFD76C17CDF}"/>
              </a:ext>
            </a:extLst>
          </p:cNvPr>
          <p:cNvSpPr>
            <a:spLocks noGrp="1"/>
          </p:cNvSpPr>
          <p:nvPr>
            <p:ph type="body" sz="quarter" idx="15" hasCustomPrompt="1"/>
          </p:nvPr>
        </p:nvSpPr>
        <p:spPr>
          <a:xfrm>
            <a:off x="3584039" y="4059648"/>
            <a:ext cx="2382386" cy="613702"/>
          </a:xfrm>
          <a:prstGeom prst="rect">
            <a:avLst/>
          </a:prstGeom>
        </p:spPr>
        <p:txBody>
          <a:bodyPr anchor="b"/>
          <a:lstStyle>
            <a:lvl1pPr marL="0" indent="0" algn="ctr">
              <a:lnSpc>
                <a:spcPct val="100000"/>
              </a:lnSpc>
              <a:spcBef>
                <a:spcPts val="0"/>
              </a:spcBef>
              <a:spcAft>
                <a:spcPts val="0"/>
              </a:spcAft>
              <a:buNone/>
              <a:defRPr sz="1400" cap="all" spc="200" baseline="0">
                <a:solidFill>
                  <a:schemeClr val="tx2"/>
                </a:solidFill>
                <a:latin typeface="+mj-lt"/>
              </a:defRPr>
            </a:lvl1pPr>
          </a:lstStyle>
          <a:p>
            <a:pPr lvl="0"/>
            <a:r>
              <a:rPr lang="en-US"/>
              <a:t>Click to add title</a:t>
            </a:r>
          </a:p>
        </p:txBody>
      </p:sp>
      <p:sp>
        <p:nvSpPr>
          <p:cNvPr id="23" name="Text Placeholder 14">
            <a:extLst>
              <a:ext uri="{FF2B5EF4-FFF2-40B4-BE49-F238E27FC236}">
                <a16:creationId xmlns:a16="http://schemas.microsoft.com/office/drawing/2014/main" id="{C60306D6-8D77-403B-B3D3-93E771A63E25}"/>
              </a:ext>
            </a:extLst>
          </p:cNvPr>
          <p:cNvSpPr>
            <a:spLocks noGrp="1"/>
          </p:cNvSpPr>
          <p:nvPr>
            <p:ph type="body" sz="quarter" idx="16" hasCustomPrompt="1"/>
          </p:nvPr>
        </p:nvSpPr>
        <p:spPr>
          <a:xfrm>
            <a:off x="3584039" y="4651391"/>
            <a:ext cx="2382386" cy="857935"/>
          </a:xfrm>
          <a:prstGeom prst="rect">
            <a:avLst/>
          </a:prstGeom>
        </p:spPr>
        <p:txBody>
          <a:bodyPr/>
          <a:lstStyle>
            <a:lvl1pPr marL="0" indent="0" algn="ctr">
              <a:lnSpc>
                <a:spcPct val="125000"/>
              </a:lnSpc>
              <a:spcBef>
                <a:spcPts val="0"/>
              </a:spcBef>
              <a:buNone/>
              <a:defRPr sz="1200" cap="none" spc="100" baseline="0">
                <a:solidFill>
                  <a:schemeClr val="bg1"/>
                </a:solidFill>
                <a:latin typeface="+mn-lt"/>
              </a:defRPr>
            </a:lvl1pPr>
          </a:lstStyle>
          <a:p>
            <a:pPr lvl="0"/>
            <a:r>
              <a:rPr lang="en-US"/>
              <a:t>Click to add text</a:t>
            </a:r>
          </a:p>
        </p:txBody>
      </p:sp>
      <p:sp>
        <p:nvSpPr>
          <p:cNvPr id="24" name="Text Placeholder 14">
            <a:extLst>
              <a:ext uri="{FF2B5EF4-FFF2-40B4-BE49-F238E27FC236}">
                <a16:creationId xmlns:a16="http://schemas.microsoft.com/office/drawing/2014/main" id="{156D61BA-EB24-4A41-8CAD-DF8D3ACF23F3}"/>
              </a:ext>
            </a:extLst>
          </p:cNvPr>
          <p:cNvSpPr>
            <a:spLocks noGrp="1"/>
          </p:cNvSpPr>
          <p:nvPr>
            <p:ph type="body" sz="quarter" idx="17" hasCustomPrompt="1"/>
          </p:nvPr>
        </p:nvSpPr>
        <p:spPr>
          <a:xfrm>
            <a:off x="6267567" y="4059648"/>
            <a:ext cx="2382386" cy="613702"/>
          </a:xfrm>
          <a:prstGeom prst="rect">
            <a:avLst/>
          </a:prstGeom>
        </p:spPr>
        <p:txBody>
          <a:bodyPr anchor="b"/>
          <a:lstStyle>
            <a:lvl1pPr marL="0" indent="0" algn="ctr">
              <a:lnSpc>
                <a:spcPct val="100000"/>
              </a:lnSpc>
              <a:spcBef>
                <a:spcPts val="0"/>
              </a:spcBef>
              <a:spcAft>
                <a:spcPts val="0"/>
              </a:spcAft>
              <a:buNone/>
              <a:defRPr sz="1400" cap="all" spc="200" baseline="0">
                <a:solidFill>
                  <a:schemeClr val="tx2"/>
                </a:solidFill>
                <a:latin typeface="+mj-lt"/>
              </a:defRPr>
            </a:lvl1pPr>
          </a:lstStyle>
          <a:p>
            <a:pPr lvl="0"/>
            <a:r>
              <a:rPr lang="en-US"/>
              <a:t>Click to add title</a:t>
            </a:r>
          </a:p>
        </p:txBody>
      </p:sp>
      <p:sp>
        <p:nvSpPr>
          <p:cNvPr id="25" name="Text Placeholder 14">
            <a:extLst>
              <a:ext uri="{FF2B5EF4-FFF2-40B4-BE49-F238E27FC236}">
                <a16:creationId xmlns:a16="http://schemas.microsoft.com/office/drawing/2014/main" id="{7D92CD70-81FF-405A-B419-FCACE6F2F97A}"/>
              </a:ext>
            </a:extLst>
          </p:cNvPr>
          <p:cNvSpPr>
            <a:spLocks noGrp="1"/>
          </p:cNvSpPr>
          <p:nvPr>
            <p:ph type="body" sz="quarter" idx="18" hasCustomPrompt="1"/>
          </p:nvPr>
        </p:nvSpPr>
        <p:spPr>
          <a:xfrm>
            <a:off x="6267567" y="4651391"/>
            <a:ext cx="2382386" cy="857935"/>
          </a:xfrm>
          <a:prstGeom prst="rect">
            <a:avLst/>
          </a:prstGeom>
        </p:spPr>
        <p:txBody>
          <a:bodyPr/>
          <a:lstStyle>
            <a:lvl1pPr marL="0" indent="0" algn="ctr">
              <a:lnSpc>
                <a:spcPct val="125000"/>
              </a:lnSpc>
              <a:spcBef>
                <a:spcPts val="0"/>
              </a:spcBef>
              <a:buNone/>
              <a:defRPr sz="1200" cap="none" spc="100" baseline="0">
                <a:solidFill>
                  <a:schemeClr val="bg1"/>
                </a:solidFill>
                <a:latin typeface="+mn-lt"/>
              </a:defRPr>
            </a:lvl1pPr>
          </a:lstStyle>
          <a:p>
            <a:pPr lvl="0"/>
            <a:r>
              <a:rPr lang="en-US"/>
              <a:t>Click to add text</a:t>
            </a:r>
          </a:p>
        </p:txBody>
      </p:sp>
      <p:sp>
        <p:nvSpPr>
          <p:cNvPr id="26" name="Text Placeholder 14">
            <a:extLst>
              <a:ext uri="{FF2B5EF4-FFF2-40B4-BE49-F238E27FC236}">
                <a16:creationId xmlns:a16="http://schemas.microsoft.com/office/drawing/2014/main" id="{1F7A98D9-A50A-41D8-BD51-327D4B647F26}"/>
              </a:ext>
            </a:extLst>
          </p:cNvPr>
          <p:cNvSpPr>
            <a:spLocks noGrp="1"/>
          </p:cNvSpPr>
          <p:nvPr>
            <p:ph type="body" sz="quarter" idx="19" hasCustomPrompt="1"/>
          </p:nvPr>
        </p:nvSpPr>
        <p:spPr>
          <a:xfrm>
            <a:off x="8951094" y="4059648"/>
            <a:ext cx="2382386" cy="613702"/>
          </a:xfrm>
          <a:prstGeom prst="rect">
            <a:avLst/>
          </a:prstGeom>
        </p:spPr>
        <p:txBody>
          <a:bodyPr anchor="b"/>
          <a:lstStyle>
            <a:lvl1pPr marL="0" indent="0" algn="ctr">
              <a:lnSpc>
                <a:spcPct val="100000"/>
              </a:lnSpc>
              <a:spcBef>
                <a:spcPts val="0"/>
              </a:spcBef>
              <a:spcAft>
                <a:spcPts val="0"/>
              </a:spcAft>
              <a:buNone/>
              <a:defRPr sz="1400" cap="all" spc="200" baseline="0">
                <a:solidFill>
                  <a:schemeClr val="tx2"/>
                </a:solidFill>
                <a:latin typeface="+mj-lt"/>
              </a:defRPr>
            </a:lvl1pPr>
          </a:lstStyle>
          <a:p>
            <a:pPr lvl="0"/>
            <a:r>
              <a:rPr lang="en-US"/>
              <a:t>Click to add title</a:t>
            </a:r>
          </a:p>
        </p:txBody>
      </p:sp>
      <p:sp>
        <p:nvSpPr>
          <p:cNvPr id="27" name="Text Placeholder 14">
            <a:extLst>
              <a:ext uri="{FF2B5EF4-FFF2-40B4-BE49-F238E27FC236}">
                <a16:creationId xmlns:a16="http://schemas.microsoft.com/office/drawing/2014/main" id="{CD4953C5-A270-4C37-B878-3D3E51E01A1B}"/>
              </a:ext>
            </a:extLst>
          </p:cNvPr>
          <p:cNvSpPr>
            <a:spLocks noGrp="1"/>
          </p:cNvSpPr>
          <p:nvPr>
            <p:ph type="body" sz="quarter" idx="20" hasCustomPrompt="1"/>
          </p:nvPr>
        </p:nvSpPr>
        <p:spPr>
          <a:xfrm>
            <a:off x="8951094" y="4651391"/>
            <a:ext cx="2382386" cy="857935"/>
          </a:xfrm>
          <a:prstGeom prst="rect">
            <a:avLst/>
          </a:prstGeom>
        </p:spPr>
        <p:txBody>
          <a:bodyPr/>
          <a:lstStyle>
            <a:lvl1pPr marL="0" indent="0" algn="ctr">
              <a:lnSpc>
                <a:spcPct val="125000"/>
              </a:lnSpc>
              <a:spcBef>
                <a:spcPts val="0"/>
              </a:spcBef>
              <a:buNone/>
              <a:defRPr sz="1200" cap="none" spc="100" baseline="0">
                <a:solidFill>
                  <a:schemeClr val="bg1"/>
                </a:solidFill>
                <a:latin typeface="+mn-lt"/>
              </a:defRPr>
            </a:lvl1pPr>
          </a:lstStyle>
          <a:p>
            <a:pPr lvl="0"/>
            <a:r>
              <a:rPr lang="en-US"/>
              <a:t>Click to add text</a:t>
            </a:r>
          </a:p>
        </p:txBody>
      </p:sp>
      <p:sp>
        <p:nvSpPr>
          <p:cNvPr id="28" name="Text Placeholder 10">
            <a:extLst>
              <a:ext uri="{FF2B5EF4-FFF2-40B4-BE49-F238E27FC236}">
                <a16:creationId xmlns:a16="http://schemas.microsoft.com/office/drawing/2014/main" id="{B419FAA5-674D-4D1B-B6F0-7F6B786D9D2C}"/>
              </a:ext>
            </a:extLst>
          </p:cNvPr>
          <p:cNvSpPr>
            <a:spLocks noGrp="1"/>
          </p:cNvSpPr>
          <p:nvPr>
            <p:ph type="body" sz="quarter" idx="21" hasCustomPrompt="1"/>
          </p:nvPr>
        </p:nvSpPr>
        <p:spPr>
          <a:xfrm>
            <a:off x="1285758" y="2399173"/>
            <a:ext cx="1611892" cy="1151632"/>
          </a:xfrm>
          <a:prstGeom prst="rect">
            <a:avLst/>
          </a:prstGeom>
        </p:spPr>
        <p:txBody>
          <a:bodyPr anchor="ctr"/>
          <a:lstStyle>
            <a:lvl1pPr marL="0" indent="0" algn="ctr">
              <a:lnSpc>
                <a:spcPct val="80000"/>
              </a:lnSpc>
              <a:spcBef>
                <a:spcPts val="1000"/>
              </a:spcBef>
              <a:spcAft>
                <a:spcPts val="0"/>
              </a:spcAft>
              <a:buNone/>
              <a:defRPr sz="2800" cap="all" spc="100" baseline="0">
                <a:solidFill>
                  <a:schemeClr val="tx2"/>
                </a:solidFill>
                <a:latin typeface="+mj-lt"/>
              </a:defRPr>
            </a:lvl1pPr>
          </a:lstStyle>
          <a:p>
            <a:pPr lvl="0"/>
            <a:r>
              <a:rPr lang="en-US"/>
              <a:t>Add title</a:t>
            </a:r>
          </a:p>
        </p:txBody>
      </p:sp>
      <p:sp>
        <p:nvSpPr>
          <p:cNvPr id="29" name="Text Placeholder 10">
            <a:extLst>
              <a:ext uri="{FF2B5EF4-FFF2-40B4-BE49-F238E27FC236}">
                <a16:creationId xmlns:a16="http://schemas.microsoft.com/office/drawing/2014/main" id="{4301E9A5-7F5A-49AF-A4F3-EA73CC55905B}"/>
              </a:ext>
            </a:extLst>
          </p:cNvPr>
          <p:cNvSpPr>
            <a:spLocks noGrp="1"/>
          </p:cNvSpPr>
          <p:nvPr>
            <p:ph type="body" sz="quarter" idx="23" hasCustomPrompt="1"/>
          </p:nvPr>
        </p:nvSpPr>
        <p:spPr>
          <a:xfrm>
            <a:off x="6652814" y="2399173"/>
            <a:ext cx="1611892" cy="1151632"/>
          </a:xfrm>
          <a:prstGeom prst="rect">
            <a:avLst/>
          </a:prstGeom>
        </p:spPr>
        <p:txBody>
          <a:bodyPr anchor="ctr"/>
          <a:lstStyle>
            <a:lvl1pPr marL="0" indent="0" algn="ctr">
              <a:lnSpc>
                <a:spcPct val="80000"/>
              </a:lnSpc>
              <a:spcBef>
                <a:spcPts val="1000"/>
              </a:spcBef>
              <a:buNone/>
              <a:defRPr sz="2800" cap="all" spc="100" baseline="0">
                <a:solidFill>
                  <a:schemeClr val="tx2"/>
                </a:solidFill>
                <a:latin typeface="+mj-lt"/>
              </a:defRPr>
            </a:lvl1pPr>
          </a:lstStyle>
          <a:p>
            <a:pPr lvl="0"/>
            <a:r>
              <a:rPr lang="en-US"/>
              <a:t>Add title</a:t>
            </a:r>
          </a:p>
        </p:txBody>
      </p:sp>
      <p:sp>
        <p:nvSpPr>
          <p:cNvPr id="30" name="Text Placeholder 10">
            <a:extLst>
              <a:ext uri="{FF2B5EF4-FFF2-40B4-BE49-F238E27FC236}">
                <a16:creationId xmlns:a16="http://schemas.microsoft.com/office/drawing/2014/main" id="{44658DCD-8753-4536-A41F-2975ECE9D039}"/>
              </a:ext>
            </a:extLst>
          </p:cNvPr>
          <p:cNvSpPr>
            <a:spLocks noGrp="1"/>
          </p:cNvSpPr>
          <p:nvPr>
            <p:ph type="body" sz="quarter" idx="24" hasCustomPrompt="1"/>
          </p:nvPr>
        </p:nvSpPr>
        <p:spPr>
          <a:xfrm>
            <a:off x="9336341" y="2399173"/>
            <a:ext cx="1611892" cy="1151632"/>
          </a:xfrm>
          <a:prstGeom prst="rect">
            <a:avLst/>
          </a:prstGeom>
        </p:spPr>
        <p:txBody>
          <a:bodyPr anchor="ctr"/>
          <a:lstStyle>
            <a:lvl1pPr marL="0" indent="0" algn="ctr">
              <a:lnSpc>
                <a:spcPct val="80000"/>
              </a:lnSpc>
              <a:spcBef>
                <a:spcPts val="1000"/>
              </a:spcBef>
              <a:buNone/>
              <a:defRPr sz="2800" cap="all" spc="100" baseline="0">
                <a:solidFill>
                  <a:schemeClr val="tx2"/>
                </a:solidFill>
                <a:latin typeface="+mj-lt"/>
              </a:defRPr>
            </a:lvl1pPr>
          </a:lstStyle>
          <a:p>
            <a:pPr lvl="0"/>
            <a:r>
              <a:rPr lang="en-US"/>
              <a:t>Add title</a:t>
            </a:r>
          </a:p>
        </p:txBody>
      </p:sp>
      <p:sp>
        <p:nvSpPr>
          <p:cNvPr id="31" name="Text Placeholder 10">
            <a:extLst>
              <a:ext uri="{FF2B5EF4-FFF2-40B4-BE49-F238E27FC236}">
                <a16:creationId xmlns:a16="http://schemas.microsoft.com/office/drawing/2014/main" id="{2708ADA9-A84B-4176-A4A4-3BEEB2F71F93}"/>
              </a:ext>
            </a:extLst>
          </p:cNvPr>
          <p:cNvSpPr>
            <a:spLocks noGrp="1"/>
          </p:cNvSpPr>
          <p:nvPr>
            <p:ph type="body" sz="quarter" idx="22" hasCustomPrompt="1"/>
          </p:nvPr>
        </p:nvSpPr>
        <p:spPr>
          <a:xfrm>
            <a:off x="3969286" y="2399173"/>
            <a:ext cx="1611892" cy="1151632"/>
          </a:xfrm>
          <a:prstGeom prst="rect">
            <a:avLst/>
          </a:prstGeom>
        </p:spPr>
        <p:txBody>
          <a:bodyPr anchor="ctr"/>
          <a:lstStyle>
            <a:lvl1pPr marL="0" indent="0" algn="ctr">
              <a:lnSpc>
                <a:spcPct val="80000"/>
              </a:lnSpc>
              <a:spcBef>
                <a:spcPts val="1000"/>
              </a:spcBef>
              <a:buNone/>
              <a:defRPr sz="2800" cap="all" spc="100" baseline="0">
                <a:solidFill>
                  <a:schemeClr val="tx2"/>
                </a:solidFill>
                <a:latin typeface="+mj-lt"/>
              </a:defRPr>
            </a:lvl1pPr>
          </a:lstStyle>
          <a:p>
            <a:pPr lvl="0"/>
            <a:r>
              <a:rPr lang="en-US"/>
              <a:t>Add title</a:t>
            </a:r>
          </a:p>
        </p:txBody>
      </p:sp>
    </p:spTree>
    <p:extLst>
      <p:ext uri="{BB962C8B-B14F-4D97-AF65-F5344CB8AC3E}">
        <p14:creationId xmlns:p14="http://schemas.microsoft.com/office/powerpoint/2010/main" val="9275720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accent1"/>
        </a:solidFill>
        <a:effectLst/>
      </p:bgPr>
    </p:bg>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9FD50E8B-97D3-485C-9645-AACC303DDF33}"/>
              </a:ext>
            </a:extLst>
          </p:cNvPr>
          <p:cNvSpPr>
            <a:spLocks noGrp="1"/>
          </p:cNvSpPr>
          <p:nvPr>
            <p:ph type="pic" sz="quarter" idx="13" hasCustomPrompt="1"/>
          </p:nvPr>
        </p:nvSpPr>
        <p:spPr>
          <a:xfrm>
            <a:off x="-4281" y="-1"/>
            <a:ext cx="12196282" cy="2917371"/>
          </a:xfrm>
          <a:prstGeom prst="rect">
            <a:avLst/>
          </a:prstGeom>
        </p:spPr>
        <p:txBody>
          <a:bodyPr/>
          <a:lstStyle>
            <a:lvl1pPr marL="0" indent="0" algn="ctr">
              <a:buNone/>
              <a:defRPr>
                <a:solidFill>
                  <a:schemeClr val="accent6">
                    <a:lumMod val="10000"/>
                    <a:lumOff val="90000"/>
                  </a:schemeClr>
                </a:solidFill>
              </a:defRPr>
            </a:lvl1pPr>
          </a:lstStyle>
          <a:p>
            <a:r>
              <a:rPr lang="en-US" dirty="0"/>
              <a:t>Click to add photo</a:t>
            </a:r>
          </a:p>
        </p:txBody>
      </p:sp>
      <p:sp>
        <p:nvSpPr>
          <p:cNvPr id="10" name="Text Placeholder 4">
            <a:extLst>
              <a:ext uri="{FF2B5EF4-FFF2-40B4-BE49-F238E27FC236}">
                <a16:creationId xmlns:a16="http://schemas.microsoft.com/office/drawing/2014/main" id="{44211F90-6E18-443B-BDFF-5A72A7950276}"/>
              </a:ext>
            </a:extLst>
          </p:cNvPr>
          <p:cNvSpPr>
            <a:spLocks noGrp="1"/>
          </p:cNvSpPr>
          <p:nvPr>
            <p:ph type="body" sz="quarter" idx="19" hasCustomPrompt="1"/>
          </p:nvPr>
        </p:nvSpPr>
        <p:spPr>
          <a:xfrm>
            <a:off x="0" y="4006735"/>
            <a:ext cx="12192000" cy="2851264"/>
          </a:xfrm>
          <a:prstGeom prst="rect">
            <a:avLst/>
          </a:prstGeom>
        </p:spPr>
        <p:txBody>
          <a:bodyPr/>
          <a:lstStyle>
            <a:lvl1pPr marL="0" indent="0" algn="r">
              <a:lnSpc>
                <a:spcPct val="50000"/>
              </a:lnSpc>
              <a:spcBef>
                <a:spcPts val="0"/>
              </a:spcBef>
              <a:buNone/>
              <a:defRPr sz="50000" baseline="0">
                <a:solidFill>
                  <a:schemeClr val="bg1">
                    <a:alpha val="5000"/>
                  </a:schemeClr>
                </a:solidFill>
                <a:latin typeface="Kunstler Script" panose="030304020206070D0D06" pitchFamily="66" charset="0"/>
              </a:defRPr>
            </a:lvl1pPr>
          </a:lstStyle>
          <a:p>
            <a:r>
              <a:rPr lang="en-US" dirty="0"/>
              <a:t>Sum</a:t>
            </a:r>
          </a:p>
        </p:txBody>
      </p:sp>
      <p:sp>
        <p:nvSpPr>
          <p:cNvPr id="3" name="Date Placeholder 2">
            <a:extLst>
              <a:ext uri="{FF2B5EF4-FFF2-40B4-BE49-F238E27FC236}">
                <a16:creationId xmlns:a16="http://schemas.microsoft.com/office/drawing/2014/main" id="{50B2CC2F-A541-4A4B-985A-73901B9F107C}"/>
              </a:ext>
            </a:extLst>
          </p:cNvPr>
          <p:cNvSpPr>
            <a:spLocks noGrp="1"/>
          </p:cNvSpPr>
          <p:nvPr>
            <p:ph type="dt" sz="half" idx="10"/>
          </p:nvPr>
        </p:nvSpPr>
        <p:spPr/>
        <p:txBody>
          <a:bodyPr/>
          <a:lstStyle>
            <a:lvl1pPr>
              <a:defRPr>
                <a:solidFill>
                  <a:schemeClr val="accent3"/>
                </a:solidFill>
              </a:defRPr>
            </a:lvl1pPr>
          </a:lstStyle>
          <a:p>
            <a:r>
              <a:rPr lang="en-US" dirty="0"/>
              <a:t>8/03/20XX</a:t>
            </a:r>
          </a:p>
        </p:txBody>
      </p:sp>
      <p:sp>
        <p:nvSpPr>
          <p:cNvPr id="4" name="Footer Placeholder 3">
            <a:extLst>
              <a:ext uri="{FF2B5EF4-FFF2-40B4-BE49-F238E27FC236}">
                <a16:creationId xmlns:a16="http://schemas.microsoft.com/office/drawing/2014/main" id="{FB1D1C2B-CD69-4515-87A0-866E32DCE938}"/>
              </a:ext>
            </a:extLst>
          </p:cNvPr>
          <p:cNvSpPr>
            <a:spLocks noGrp="1"/>
          </p:cNvSpPr>
          <p:nvPr>
            <p:ph type="ftr" sz="quarter" idx="11"/>
          </p:nvPr>
        </p:nvSpPr>
        <p:spPr/>
        <p:txBody>
          <a:bodyPr/>
          <a:lstStyle>
            <a:lvl1pPr>
              <a:defRPr>
                <a:solidFill>
                  <a:schemeClr val="accent3"/>
                </a:solidFill>
              </a:defRPr>
            </a:lvl1pPr>
          </a:lstStyle>
          <a:p>
            <a:r>
              <a:rPr lang="en-US" dirty="0"/>
              <a:t>PITCH DECK</a:t>
            </a:r>
          </a:p>
        </p:txBody>
      </p:sp>
      <p:sp>
        <p:nvSpPr>
          <p:cNvPr id="5" name="Slide Number Placeholder 4">
            <a:extLst>
              <a:ext uri="{FF2B5EF4-FFF2-40B4-BE49-F238E27FC236}">
                <a16:creationId xmlns:a16="http://schemas.microsoft.com/office/drawing/2014/main" id="{63F4DBC1-4594-4961-A9D3-27E0113B3768}"/>
              </a:ext>
            </a:extLst>
          </p:cNvPr>
          <p:cNvSpPr>
            <a:spLocks noGrp="1"/>
          </p:cNvSpPr>
          <p:nvPr>
            <p:ph type="sldNum" sz="quarter" idx="12"/>
          </p:nvPr>
        </p:nvSpPr>
        <p:spPr/>
        <p:txBody>
          <a:bodyPr/>
          <a:lstStyle>
            <a:lvl1pPr>
              <a:defRPr>
                <a:solidFill>
                  <a:schemeClr val="accent3"/>
                </a:solidFill>
              </a:defRPr>
            </a:lvl1pPr>
          </a:lstStyle>
          <a:p>
            <a:fld id="{4F6357DA-28E9-40D3-918C-4D14E8263D81}" type="slidenum">
              <a:rPr lang="en-US" smtClean="0"/>
              <a:pPr/>
              <a:t>‹#›</a:t>
            </a:fld>
            <a:endParaRPr lang="en-US" dirty="0"/>
          </a:p>
        </p:txBody>
      </p:sp>
      <p:sp>
        <p:nvSpPr>
          <p:cNvPr id="7" name="Title 1">
            <a:extLst>
              <a:ext uri="{FF2B5EF4-FFF2-40B4-BE49-F238E27FC236}">
                <a16:creationId xmlns:a16="http://schemas.microsoft.com/office/drawing/2014/main" id="{C15AE508-339B-4118-9121-4A160D09F2A0}"/>
              </a:ext>
            </a:extLst>
          </p:cNvPr>
          <p:cNvSpPr>
            <a:spLocks noGrp="1"/>
          </p:cNvSpPr>
          <p:nvPr>
            <p:ph type="ctrTitle" hasCustomPrompt="1"/>
          </p:nvPr>
        </p:nvSpPr>
        <p:spPr>
          <a:xfrm>
            <a:off x="838200" y="4122721"/>
            <a:ext cx="2895600" cy="1111250"/>
          </a:xfrm>
          <a:prstGeom prst="rect">
            <a:avLst/>
          </a:prstGeom>
        </p:spPr>
        <p:txBody>
          <a:bodyPr anchor="ctr"/>
          <a:lstStyle>
            <a:lvl1pPr algn="r">
              <a:defRPr sz="2200" cap="all" spc="200" baseline="0">
                <a:solidFill>
                  <a:schemeClr val="bg1"/>
                </a:solidFill>
                <a:latin typeface="+mj-lt"/>
              </a:defRPr>
            </a:lvl1pPr>
          </a:lstStyle>
          <a:p>
            <a:r>
              <a:rPr lang="en-US"/>
              <a:t>Click to add title</a:t>
            </a:r>
          </a:p>
        </p:txBody>
      </p:sp>
      <p:sp>
        <p:nvSpPr>
          <p:cNvPr id="8" name="Subtitle 2">
            <a:extLst>
              <a:ext uri="{FF2B5EF4-FFF2-40B4-BE49-F238E27FC236}">
                <a16:creationId xmlns:a16="http://schemas.microsoft.com/office/drawing/2014/main" id="{43A3F931-4B84-489F-8B0A-7FEF462532DB}"/>
              </a:ext>
            </a:extLst>
          </p:cNvPr>
          <p:cNvSpPr>
            <a:spLocks noGrp="1"/>
          </p:cNvSpPr>
          <p:nvPr>
            <p:ph type="subTitle" idx="1" hasCustomPrompt="1"/>
          </p:nvPr>
        </p:nvSpPr>
        <p:spPr>
          <a:xfrm>
            <a:off x="4332514" y="3833158"/>
            <a:ext cx="7021287" cy="1690377"/>
          </a:xfrm>
          <a:prstGeom prst="rect">
            <a:avLst/>
          </a:prstGeom>
        </p:spPr>
        <p:txBody>
          <a:bodyPr anchor="ctr"/>
          <a:lstStyle>
            <a:lvl1pPr marL="0" indent="0" algn="l">
              <a:lnSpc>
                <a:spcPct val="125000"/>
              </a:lnSpc>
              <a:spcBef>
                <a:spcPts val="0"/>
              </a:spcBef>
              <a:spcAft>
                <a:spcPts val="1000"/>
              </a:spcAft>
              <a:buNone/>
              <a:defRPr sz="14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42919939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61D6F08F-239E-4E92-B5E7-36638ED4657D}"/>
              </a:ext>
            </a:extLst>
          </p:cNvPr>
          <p:cNvSpPr>
            <a:spLocks noGrp="1"/>
          </p:cNvSpPr>
          <p:nvPr>
            <p:ph type="pic" sz="quarter" idx="13" hasCustomPrompt="1"/>
          </p:nvPr>
        </p:nvSpPr>
        <p:spPr>
          <a:xfrm>
            <a:off x="0" y="0"/>
            <a:ext cx="7677150" cy="6858000"/>
          </a:xfrm>
          <a:prstGeom prst="rect">
            <a:avLst/>
          </a:prstGeom>
        </p:spPr>
        <p:txBody>
          <a:bodyPr/>
          <a:lstStyle>
            <a:lvl1pPr marL="0" indent="0" algn="ctr">
              <a:buNone/>
              <a:defRPr>
                <a:solidFill>
                  <a:schemeClr val="accent1"/>
                </a:solidFill>
              </a:defRPr>
            </a:lvl1pPr>
          </a:lstStyle>
          <a:p>
            <a:r>
              <a:rPr lang="en-US" dirty="0"/>
              <a:t>Click to add photo</a:t>
            </a:r>
          </a:p>
        </p:txBody>
      </p:sp>
      <p:sp>
        <p:nvSpPr>
          <p:cNvPr id="3" name="Date Placeholder 2">
            <a:extLst>
              <a:ext uri="{FF2B5EF4-FFF2-40B4-BE49-F238E27FC236}">
                <a16:creationId xmlns:a16="http://schemas.microsoft.com/office/drawing/2014/main" id="{E88D0F4F-65EB-4DC2-B7AD-AD23E6DBE22B}"/>
              </a:ext>
            </a:extLst>
          </p:cNvPr>
          <p:cNvSpPr>
            <a:spLocks noGrp="1"/>
          </p:cNvSpPr>
          <p:nvPr>
            <p:ph type="dt" sz="half" idx="10"/>
          </p:nvPr>
        </p:nvSpPr>
        <p:spPr/>
        <p:txBody>
          <a:bodyPr/>
          <a:lstStyle>
            <a:lvl1pPr>
              <a:defRPr>
                <a:solidFill>
                  <a:schemeClr val="bg1"/>
                </a:solidFill>
              </a:defRPr>
            </a:lvl1pPr>
          </a:lstStyle>
          <a:p>
            <a:r>
              <a:rPr lang="en-US" dirty="0"/>
              <a:t>8/03/20XX</a:t>
            </a:r>
          </a:p>
        </p:txBody>
      </p:sp>
      <p:sp>
        <p:nvSpPr>
          <p:cNvPr id="4" name="Footer Placeholder 3">
            <a:extLst>
              <a:ext uri="{FF2B5EF4-FFF2-40B4-BE49-F238E27FC236}">
                <a16:creationId xmlns:a16="http://schemas.microsoft.com/office/drawing/2014/main" id="{66CF9EC8-F9C6-4CE1-91F5-A956792CBC86}"/>
              </a:ext>
            </a:extLst>
          </p:cNvPr>
          <p:cNvSpPr>
            <a:spLocks noGrp="1"/>
          </p:cNvSpPr>
          <p:nvPr>
            <p:ph type="ftr" sz="quarter" idx="11"/>
          </p:nvPr>
        </p:nvSpPr>
        <p:spPr>
          <a:xfrm>
            <a:off x="4038600" y="6356350"/>
            <a:ext cx="3156857" cy="365125"/>
          </a:xfrm>
        </p:spPr>
        <p:txBody>
          <a:bodyPr/>
          <a:lstStyle>
            <a:lvl1pPr algn="r">
              <a:defRPr>
                <a:solidFill>
                  <a:schemeClr val="bg1"/>
                </a:solidFill>
              </a:defRPr>
            </a:lvl1pPr>
          </a:lstStyle>
          <a:p>
            <a:r>
              <a:rPr lang="en-US" dirty="0"/>
              <a:t>PITCH DECK</a:t>
            </a:r>
          </a:p>
        </p:txBody>
      </p:sp>
      <p:sp>
        <p:nvSpPr>
          <p:cNvPr id="5" name="Slide Number Placeholder 4">
            <a:extLst>
              <a:ext uri="{FF2B5EF4-FFF2-40B4-BE49-F238E27FC236}">
                <a16:creationId xmlns:a16="http://schemas.microsoft.com/office/drawing/2014/main" id="{89721C21-E285-4AF2-9E8D-243F4CBC2ABF}"/>
              </a:ext>
            </a:extLst>
          </p:cNvPr>
          <p:cNvSpPr>
            <a:spLocks noGrp="1"/>
          </p:cNvSpPr>
          <p:nvPr>
            <p:ph type="sldNum" sz="quarter" idx="12"/>
          </p:nvPr>
        </p:nvSpPr>
        <p:spPr/>
        <p:txBody>
          <a:bodyPr/>
          <a:lstStyle>
            <a:lvl1pPr>
              <a:defRPr>
                <a:solidFill>
                  <a:schemeClr val="bg2">
                    <a:lumMod val="50000"/>
                  </a:schemeClr>
                </a:solidFill>
              </a:defRPr>
            </a:lvl1pPr>
          </a:lstStyle>
          <a:p>
            <a:fld id="{4F6357DA-28E9-40D3-918C-4D14E8263D81}" type="slidenum">
              <a:rPr lang="en-US" smtClean="0"/>
              <a:pPr/>
              <a:t>‹#›</a:t>
            </a:fld>
            <a:endParaRPr lang="en-US" dirty="0"/>
          </a:p>
        </p:txBody>
      </p:sp>
      <p:sp>
        <p:nvSpPr>
          <p:cNvPr id="7" name="Title 1">
            <a:extLst>
              <a:ext uri="{FF2B5EF4-FFF2-40B4-BE49-F238E27FC236}">
                <a16:creationId xmlns:a16="http://schemas.microsoft.com/office/drawing/2014/main" id="{EC201BA1-98C5-4728-9204-5B3A2F7B03FD}"/>
              </a:ext>
            </a:extLst>
          </p:cNvPr>
          <p:cNvSpPr>
            <a:spLocks noGrp="1"/>
          </p:cNvSpPr>
          <p:nvPr>
            <p:ph type="ctrTitle" hasCustomPrompt="1"/>
          </p:nvPr>
        </p:nvSpPr>
        <p:spPr>
          <a:xfrm>
            <a:off x="8487939" y="1638359"/>
            <a:ext cx="3058885" cy="1111250"/>
          </a:xfrm>
          <a:prstGeom prst="rect">
            <a:avLst/>
          </a:prstGeom>
        </p:spPr>
        <p:txBody>
          <a:bodyPr anchor="b"/>
          <a:lstStyle>
            <a:lvl1pPr algn="l">
              <a:defRPr sz="2200" cap="all" spc="200" baseline="0">
                <a:solidFill>
                  <a:schemeClr val="accent6"/>
                </a:solidFill>
                <a:latin typeface="+mj-lt"/>
              </a:defRPr>
            </a:lvl1pPr>
          </a:lstStyle>
          <a:p>
            <a:r>
              <a:rPr lang="en-US"/>
              <a:t>Click to add title</a:t>
            </a:r>
          </a:p>
        </p:txBody>
      </p:sp>
      <p:sp>
        <p:nvSpPr>
          <p:cNvPr id="8" name="Subtitle 2">
            <a:extLst>
              <a:ext uri="{FF2B5EF4-FFF2-40B4-BE49-F238E27FC236}">
                <a16:creationId xmlns:a16="http://schemas.microsoft.com/office/drawing/2014/main" id="{75C106A2-F65A-4519-B7A6-CB7477C6846B}"/>
              </a:ext>
            </a:extLst>
          </p:cNvPr>
          <p:cNvSpPr>
            <a:spLocks noGrp="1"/>
          </p:cNvSpPr>
          <p:nvPr>
            <p:ph type="subTitle" idx="1" hasCustomPrompt="1"/>
          </p:nvPr>
        </p:nvSpPr>
        <p:spPr>
          <a:xfrm>
            <a:off x="8487939" y="3135086"/>
            <a:ext cx="3058885" cy="2388450"/>
          </a:xfrm>
          <a:prstGeom prst="rect">
            <a:avLst/>
          </a:prstGeom>
        </p:spPr>
        <p:txBody>
          <a:bodyPr/>
          <a:lstStyle>
            <a:lvl1pPr marL="0" indent="0" algn="l">
              <a:lnSpc>
                <a:spcPct val="125000"/>
              </a:lnSpc>
              <a:spcBef>
                <a:spcPts val="0"/>
              </a:spcBef>
              <a:spcAft>
                <a:spcPts val="1000"/>
              </a:spcAft>
              <a:buNone/>
              <a:defRPr sz="1400" spc="100" baseline="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cxnSp>
        <p:nvCxnSpPr>
          <p:cNvPr id="2" name="Straight Connector 1">
            <a:extLst>
              <a:ext uri="{FF2B5EF4-FFF2-40B4-BE49-F238E27FC236}">
                <a16:creationId xmlns:a16="http://schemas.microsoft.com/office/drawing/2014/main" id="{2E7A08CD-CF6C-4ABF-B086-481F36611730}"/>
              </a:ext>
            </a:extLst>
          </p:cNvPr>
          <p:cNvCxnSpPr>
            <a:cxnSpLocks/>
          </p:cNvCxnSpPr>
          <p:nvPr userDrawn="1"/>
        </p:nvCxnSpPr>
        <p:spPr>
          <a:xfrm>
            <a:off x="8130026" y="0"/>
            <a:ext cx="0" cy="4572000"/>
          </a:xfrm>
          <a:prstGeom prst="line">
            <a:avLst/>
          </a:prstGeom>
          <a:ln>
            <a:solidFill>
              <a:schemeClr val="tx2"/>
            </a:solidFill>
          </a:ln>
        </p:spPr>
        <p:style>
          <a:lnRef idx="1">
            <a:schemeClr val="accent3"/>
          </a:lnRef>
          <a:fillRef idx="0">
            <a:schemeClr val="accent3"/>
          </a:fillRef>
          <a:effectRef idx="0">
            <a:schemeClr val="accent3"/>
          </a:effectRef>
          <a:fontRef idx="minor">
            <a:schemeClr val="tx1"/>
          </a:fontRef>
        </p:style>
      </p:cxnSp>
      <p:sp>
        <p:nvSpPr>
          <p:cNvPr id="10" name="Text Placeholder 4">
            <a:extLst>
              <a:ext uri="{FF2B5EF4-FFF2-40B4-BE49-F238E27FC236}">
                <a16:creationId xmlns:a16="http://schemas.microsoft.com/office/drawing/2014/main" id="{E4AB2649-B78D-4A9D-9F1D-F447A521EEB4}"/>
              </a:ext>
            </a:extLst>
          </p:cNvPr>
          <p:cNvSpPr>
            <a:spLocks noGrp="1"/>
          </p:cNvSpPr>
          <p:nvPr>
            <p:ph type="body" sz="quarter" idx="23" hasCustomPrompt="1"/>
          </p:nvPr>
        </p:nvSpPr>
        <p:spPr>
          <a:xfrm>
            <a:off x="100735" y="4698088"/>
            <a:ext cx="11996058" cy="2059185"/>
          </a:xfrm>
          <a:prstGeom prst="rect">
            <a:avLst/>
          </a:prstGeom>
        </p:spPr>
        <p:txBody>
          <a:bodyPr/>
          <a:lstStyle>
            <a:lvl1pPr marL="0" indent="0" algn="r">
              <a:lnSpc>
                <a:spcPct val="37000"/>
              </a:lnSpc>
              <a:spcBef>
                <a:spcPts val="0"/>
              </a:spcBef>
              <a:buNone/>
              <a:defRPr sz="50000" baseline="0">
                <a:solidFill>
                  <a:schemeClr val="accent6">
                    <a:lumMod val="10000"/>
                    <a:lumOff val="90000"/>
                    <a:alpha val="25000"/>
                  </a:schemeClr>
                </a:solidFill>
                <a:latin typeface="Kunstler Script" panose="030304020206070D0D06" pitchFamily="66" charset="0"/>
              </a:defRPr>
            </a:lvl1pPr>
          </a:lstStyle>
          <a:p>
            <a:r>
              <a:rPr lang="en-US" dirty="0"/>
              <a:t>Than</a:t>
            </a:r>
          </a:p>
        </p:txBody>
      </p:sp>
    </p:spTree>
    <p:extLst>
      <p:ext uri="{BB962C8B-B14F-4D97-AF65-F5344CB8AC3E}">
        <p14:creationId xmlns:p14="http://schemas.microsoft.com/office/powerpoint/2010/main" val="2382968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1A4C966-5542-475A-B224-2E541D9AEB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000" spc="100" baseline="0">
                <a:solidFill>
                  <a:schemeClr val="bg2">
                    <a:lumMod val="25000"/>
                  </a:schemeClr>
                </a:solidFill>
                <a:latin typeface="Avenir Next LT Pro" panose="020B0504020202020204" pitchFamily="34" charset="0"/>
              </a:defRPr>
            </a:lvl1pPr>
          </a:lstStyle>
          <a:p>
            <a:r>
              <a:rPr lang="en-US" dirty="0"/>
              <a:t>8/03/20XX</a:t>
            </a:r>
          </a:p>
        </p:txBody>
      </p:sp>
      <p:sp>
        <p:nvSpPr>
          <p:cNvPr id="5" name="Footer Placeholder 4">
            <a:extLst>
              <a:ext uri="{FF2B5EF4-FFF2-40B4-BE49-F238E27FC236}">
                <a16:creationId xmlns:a16="http://schemas.microsoft.com/office/drawing/2014/main" id="{68F1E08C-E5A1-412C-88D3-C6BF9430DA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cap="all" spc="100" baseline="0">
                <a:solidFill>
                  <a:schemeClr val="bg2">
                    <a:lumMod val="25000"/>
                  </a:schemeClr>
                </a:solidFill>
                <a:latin typeface="Avenir Next LT Pro" panose="020B0504020202020204" pitchFamily="34" charset="0"/>
              </a:defRPr>
            </a:lvl1pPr>
          </a:lstStyle>
          <a:p>
            <a:r>
              <a:rPr lang="en-US" dirty="0"/>
              <a:t>PITCH DECK</a:t>
            </a:r>
          </a:p>
        </p:txBody>
      </p:sp>
      <p:sp>
        <p:nvSpPr>
          <p:cNvPr id="6" name="Slide Number Placeholder 5">
            <a:extLst>
              <a:ext uri="{FF2B5EF4-FFF2-40B4-BE49-F238E27FC236}">
                <a16:creationId xmlns:a16="http://schemas.microsoft.com/office/drawing/2014/main" id="{466BAFCC-DBDE-4891-B3DD-4B3754E7DD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000" spc="100" baseline="0">
                <a:solidFill>
                  <a:schemeClr val="bg2">
                    <a:lumMod val="25000"/>
                  </a:schemeClr>
                </a:solidFill>
                <a:latin typeface="Avenir Next LT Pro" panose="020B0504020202020204" pitchFamily="34" charset="0"/>
              </a:defRPr>
            </a:lvl1pPr>
          </a:lstStyle>
          <a:p>
            <a:fld id="{4F6357DA-28E9-40D3-918C-4D14E8263D81}" type="slidenum">
              <a:rPr lang="en-US" smtClean="0"/>
              <a:pPr/>
              <a:t>‹#›</a:t>
            </a:fld>
            <a:endParaRPr lang="en-US" dirty="0"/>
          </a:p>
        </p:txBody>
      </p:sp>
    </p:spTree>
    <p:extLst>
      <p:ext uri="{BB962C8B-B14F-4D97-AF65-F5344CB8AC3E}">
        <p14:creationId xmlns:p14="http://schemas.microsoft.com/office/powerpoint/2010/main" val="2887958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 id="2147483659" r:id="rId12"/>
    <p:sldLayoutId id="2147483666" r:id="rId13"/>
    <p:sldLayoutId id="2147483667" r:id="rId14"/>
    <p:sldLayoutId id="2147483668" r:id="rId15"/>
    <p:sldLayoutId id="2147483669" r:id="rId16"/>
    <p:sldLayoutId id="2147483663" r:id="rId17"/>
    <p:sldLayoutId id="2147483665" r:id="rId18"/>
    <p:sldLayoutId id="2147483664" r:id="rId19"/>
    <p:sldLayoutId id="2147483661" r:id="rId20"/>
    <p:sldLayoutId id="2147483662" r:id="rId2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flickr.com/photos/kpaulus/5191167822"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hyperlink" Target="https://www.flickr.com/photos/sea-turtle/8618592346" TargetMode="External"/><Relationship Id="rId2" Type="http://schemas.openxmlformats.org/officeDocument/2006/relationships/image" Target="../media/image7.jp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4056CF-DEDB-4079-BF11-FA4761D09BCF}"/>
              </a:ext>
            </a:extLst>
          </p:cNvPr>
          <p:cNvSpPr>
            <a:spLocks noGrp="1"/>
          </p:cNvSpPr>
          <p:nvPr>
            <p:ph type="ctrTitle"/>
          </p:nvPr>
        </p:nvSpPr>
        <p:spPr>
          <a:xfrm>
            <a:off x="8131439" y="567789"/>
            <a:ext cx="3489435" cy="2387600"/>
          </a:xfrm>
        </p:spPr>
        <p:txBody>
          <a:bodyPr/>
          <a:lstStyle/>
          <a:p>
            <a:r>
              <a:rPr lang="en-US" dirty="0"/>
              <a:t>Campus-Pulse</a:t>
            </a:r>
          </a:p>
        </p:txBody>
      </p:sp>
      <p:sp>
        <p:nvSpPr>
          <p:cNvPr id="8" name="Subtitle 7">
            <a:extLst>
              <a:ext uri="{FF2B5EF4-FFF2-40B4-BE49-F238E27FC236}">
                <a16:creationId xmlns:a16="http://schemas.microsoft.com/office/drawing/2014/main" id="{D79862A8-72F8-4043-A021-816AC74E8776}"/>
              </a:ext>
            </a:extLst>
          </p:cNvPr>
          <p:cNvSpPr>
            <a:spLocks noGrp="1"/>
          </p:cNvSpPr>
          <p:nvPr>
            <p:ph type="subTitle" idx="1"/>
          </p:nvPr>
        </p:nvSpPr>
        <p:spPr>
          <a:xfrm>
            <a:off x="8336042" y="4057095"/>
            <a:ext cx="3284832" cy="1553129"/>
          </a:xfrm>
        </p:spPr>
        <p:txBody>
          <a:bodyPr/>
          <a:lstStyle/>
          <a:p>
            <a:r>
              <a:rPr lang="en-US" dirty="0"/>
              <a:t>- Pranav Napolean</a:t>
            </a:r>
          </a:p>
          <a:p>
            <a:r>
              <a:rPr lang="en-US" dirty="0"/>
              <a:t>- Jeevan</a:t>
            </a:r>
          </a:p>
          <a:p>
            <a:r>
              <a:rPr lang="en-US" dirty="0"/>
              <a:t>- </a:t>
            </a:r>
            <a:r>
              <a:rPr lang="en-US" dirty="0" err="1"/>
              <a:t>Trinadh</a:t>
            </a:r>
            <a:endParaRPr lang="en-US" dirty="0"/>
          </a:p>
          <a:p>
            <a:r>
              <a:rPr lang="en-US" dirty="0"/>
              <a:t>- Satwik</a:t>
            </a:r>
          </a:p>
          <a:p>
            <a:r>
              <a:rPr lang="en-US" dirty="0"/>
              <a:t>- Rakesh​</a:t>
            </a:r>
          </a:p>
        </p:txBody>
      </p:sp>
      <p:pic>
        <p:nvPicPr>
          <p:cNvPr id="19" name="Picture Placeholder 18">
            <a:extLst>
              <a:ext uri="{FF2B5EF4-FFF2-40B4-BE49-F238E27FC236}">
                <a16:creationId xmlns:a16="http://schemas.microsoft.com/office/drawing/2014/main" id="{43474057-1F43-4A8C-A00F-A151DC1D1075}"/>
              </a:ext>
            </a:extLst>
          </p:cNvPr>
          <p:cNvPicPr>
            <a:picLocks noGrp="1" noChangeAspect="1"/>
          </p:cNvPicPr>
          <p:nvPr>
            <p:ph type="pic" sz="quarter" idx="10"/>
          </p:nvPr>
        </p:nvPicPr>
        <p:blipFill>
          <a:blip r:embed="rId2">
            <a:extLst>
              <a:ext uri="{837473B0-CC2E-450A-ABE3-18F120FF3D39}">
                <a1611:picAttrSrcUrl xmlns:a1611="http://schemas.microsoft.com/office/drawing/2016/11/main" r:id="rId3"/>
              </a:ext>
            </a:extLst>
          </a:blip>
          <a:srcRect/>
          <a:stretch/>
        </p:blipFill>
        <p:spPr>
          <a:xfrm>
            <a:off x="0" y="0"/>
            <a:ext cx="7677150" cy="6858000"/>
          </a:xfrm>
        </p:spPr>
      </p:pic>
      <p:sp>
        <p:nvSpPr>
          <p:cNvPr id="23" name="Text Placeholder 22">
            <a:extLst>
              <a:ext uri="{FF2B5EF4-FFF2-40B4-BE49-F238E27FC236}">
                <a16:creationId xmlns:a16="http://schemas.microsoft.com/office/drawing/2014/main" id="{0CBE6AF0-3BE0-469F-85B7-CC1F87C35F4C}"/>
              </a:ext>
            </a:extLst>
          </p:cNvPr>
          <p:cNvSpPr>
            <a:spLocks noGrp="1"/>
          </p:cNvSpPr>
          <p:nvPr>
            <p:ph type="body" sz="quarter" idx="11"/>
          </p:nvPr>
        </p:nvSpPr>
        <p:spPr>
          <a:xfrm>
            <a:off x="1654175" y="4241283"/>
            <a:ext cx="10537825" cy="2616717"/>
          </a:xfrm>
        </p:spPr>
        <p:txBody>
          <a:bodyPr/>
          <a:lstStyle/>
          <a:p>
            <a:r>
              <a:rPr lang="en-US" dirty="0"/>
              <a:t>Pitch</a:t>
            </a:r>
          </a:p>
        </p:txBody>
      </p:sp>
    </p:spTree>
    <p:extLst>
      <p:ext uri="{BB962C8B-B14F-4D97-AF65-F5344CB8AC3E}">
        <p14:creationId xmlns:p14="http://schemas.microsoft.com/office/powerpoint/2010/main" val="283577345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9B7C68D5-425C-4465-842E-6EC3B305DF8F}"/>
              </a:ext>
            </a:extLst>
          </p:cNvPr>
          <p:cNvSpPr>
            <a:spLocks noGrp="1"/>
          </p:cNvSpPr>
          <p:nvPr>
            <p:ph type="ctrTitle"/>
          </p:nvPr>
        </p:nvSpPr>
        <p:spPr>
          <a:xfrm>
            <a:off x="838201" y="901598"/>
            <a:ext cx="3684814" cy="336548"/>
          </a:xfrm>
        </p:spPr>
        <p:txBody>
          <a:bodyPr/>
          <a:lstStyle/>
          <a:p>
            <a:r>
              <a:rPr lang="en-US" dirty="0"/>
              <a:t>Problem statement</a:t>
            </a:r>
          </a:p>
        </p:txBody>
      </p:sp>
      <p:sp>
        <p:nvSpPr>
          <p:cNvPr id="18" name="Subtitle 17">
            <a:extLst>
              <a:ext uri="{FF2B5EF4-FFF2-40B4-BE49-F238E27FC236}">
                <a16:creationId xmlns:a16="http://schemas.microsoft.com/office/drawing/2014/main" id="{37F7ED61-C894-4A41-AC49-EFA304B05229}"/>
              </a:ext>
            </a:extLst>
          </p:cNvPr>
          <p:cNvSpPr>
            <a:spLocks noGrp="1"/>
          </p:cNvSpPr>
          <p:nvPr>
            <p:ph type="subTitle" idx="1"/>
          </p:nvPr>
        </p:nvSpPr>
        <p:spPr>
          <a:xfrm>
            <a:off x="838201" y="1454764"/>
            <a:ext cx="3684814" cy="2801597"/>
          </a:xfrm>
        </p:spPr>
        <p:txBody>
          <a:bodyPr/>
          <a:lstStyle/>
          <a:p>
            <a:r>
              <a:rPr lang="en-US" dirty="0"/>
              <a:t>College campuses have multiple shared spaces such as corridors, canteens, libraries, and common areas. During peak hours, these spaces often become overcrowded. Students usually enter such areas without prior awareness of crowd levels, leading to discomfort, delays, and safety concerns.</a:t>
            </a:r>
          </a:p>
        </p:txBody>
      </p:sp>
      <p:pic>
        <p:nvPicPr>
          <p:cNvPr id="8" name="Picture Placeholder 7">
            <a:extLst>
              <a:ext uri="{FF2B5EF4-FFF2-40B4-BE49-F238E27FC236}">
                <a16:creationId xmlns:a16="http://schemas.microsoft.com/office/drawing/2014/main" id="{173CF312-33FE-4C78-AF0C-380127412913}"/>
              </a:ext>
            </a:extLst>
          </p:cNvPr>
          <p:cNvPicPr>
            <a:picLocks noGrp="1" noChangeAspect="1"/>
          </p:cNvPicPr>
          <p:nvPr>
            <p:ph type="pic" sz="quarter" idx="13"/>
          </p:nvPr>
        </p:nvPicPr>
        <p:blipFill rotWithShape="1">
          <a:blip r:embed="rId2"/>
          <a:srcRect b="3295"/>
          <a:stretch>
            <a:fillRect/>
          </a:stretch>
        </p:blipFill>
        <p:spPr>
          <a:xfrm>
            <a:off x="5361215" y="-1"/>
            <a:ext cx="6830785" cy="6721475"/>
          </a:xfrm>
        </p:spPr>
      </p:pic>
      <p:sp>
        <p:nvSpPr>
          <p:cNvPr id="11" name="Text Placeholder 10">
            <a:extLst>
              <a:ext uri="{FF2B5EF4-FFF2-40B4-BE49-F238E27FC236}">
                <a16:creationId xmlns:a16="http://schemas.microsoft.com/office/drawing/2014/main" id="{8C553516-5C72-4D87-B46F-91D466877B67}"/>
              </a:ext>
            </a:extLst>
          </p:cNvPr>
          <p:cNvSpPr>
            <a:spLocks noGrp="1"/>
          </p:cNvSpPr>
          <p:nvPr>
            <p:ph type="body" sz="quarter" idx="14"/>
          </p:nvPr>
        </p:nvSpPr>
        <p:spPr>
          <a:xfrm>
            <a:off x="0" y="4002437"/>
            <a:ext cx="12186555" cy="2855564"/>
          </a:xfrm>
        </p:spPr>
        <p:txBody>
          <a:bodyPr/>
          <a:lstStyle/>
          <a:p>
            <a:r>
              <a:rPr lang="en-US" dirty="0"/>
              <a:t>About</a:t>
            </a:r>
          </a:p>
        </p:txBody>
      </p:sp>
      <p:sp>
        <p:nvSpPr>
          <p:cNvPr id="3" name="Date Placeholder 2">
            <a:extLst>
              <a:ext uri="{FF2B5EF4-FFF2-40B4-BE49-F238E27FC236}">
                <a16:creationId xmlns:a16="http://schemas.microsoft.com/office/drawing/2014/main" id="{7BAA9AFE-9410-4506-BB86-B28E4E67CE6B}"/>
              </a:ext>
            </a:extLst>
          </p:cNvPr>
          <p:cNvSpPr>
            <a:spLocks noGrp="1"/>
          </p:cNvSpPr>
          <p:nvPr>
            <p:ph type="dt" sz="half" idx="10"/>
          </p:nvPr>
        </p:nvSpPr>
        <p:spPr>
          <a:xfrm>
            <a:off x="838200" y="6356350"/>
            <a:ext cx="2743200" cy="365125"/>
          </a:xfrm>
        </p:spPr>
        <p:txBody>
          <a:bodyPr/>
          <a:lstStyle/>
          <a:p>
            <a:r>
              <a:rPr lang="en-US" dirty="0"/>
              <a:t>30/12/2025</a:t>
            </a:r>
          </a:p>
        </p:txBody>
      </p:sp>
      <p:sp>
        <p:nvSpPr>
          <p:cNvPr id="4" name="Footer Placeholder 3">
            <a:extLst>
              <a:ext uri="{FF2B5EF4-FFF2-40B4-BE49-F238E27FC236}">
                <a16:creationId xmlns:a16="http://schemas.microsoft.com/office/drawing/2014/main" id="{92EB8589-4778-44CD-881F-7A7231F619F4}"/>
              </a:ext>
            </a:extLst>
          </p:cNvPr>
          <p:cNvSpPr>
            <a:spLocks noGrp="1"/>
          </p:cNvSpPr>
          <p:nvPr>
            <p:ph type="ftr" sz="quarter" idx="11"/>
          </p:nvPr>
        </p:nvSpPr>
        <p:spPr>
          <a:xfrm>
            <a:off x="4038600" y="6356350"/>
            <a:ext cx="4114800" cy="365125"/>
          </a:xfrm>
        </p:spPr>
        <p:txBody>
          <a:bodyPr/>
          <a:lstStyle/>
          <a:p>
            <a:r>
              <a:rPr lang="en-US" dirty="0"/>
              <a:t>Design Thinking</a:t>
            </a:r>
          </a:p>
        </p:txBody>
      </p:sp>
      <p:sp>
        <p:nvSpPr>
          <p:cNvPr id="5" name="Slide Number Placeholder 4">
            <a:extLst>
              <a:ext uri="{FF2B5EF4-FFF2-40B4-BE49-F238E27FC236}">
                <a16:creationId xmlns:a16="http://schemas.microsoft.com/office/drawing/2014/main" id="{E419B032-9B39-4E33-A8E4-7843247F4036}"/>
              </a:ext>
            </a:extLst>
          </p:cNvPr>
          <p:cNvSpPr>
            <a:spLocks noGrp="1"/>
          </p:cNvSpPr>
          <p:nvPr>
            <p:ph type="sldNum" sz="quarter" idx="12"/>
          </p:nvPr>
        </p:nvSpPr>
        <p:spPr>
          <a:xfrm>
            <a:off x="8610600" y="6356350"/>
            <a:ext cx="2743200" cy="365125"/>
          </a:xfrm>
        </p:spPr>
        <p:txBody>
          <a:bodyPr/>
          <a:lstStyle/>
          <a:p>
            <a:fld id="{4F6357DA-28E9-40D3-918C-4D14E8263D81}" type="slidenum">
              <a:rPr lang="en-US" smtClean="0"/>
              <a:pPr/>
              <a:t>2</a:t>
            </a:fld>
            <a:endParaRPr lang="en-US" dirty="0"/>
          </a:p>
        </p:txBody>
      </p:sp>
    </p:spTree>
    <p:extLst>
      <p:ext uri="{BB962C8B-B14F-4D97-AF65-F5344CB8AC3E}">
        <p14:creationId xmlns:p14="http://schemas.microsoft.com/office/powerpoint/2010/main" val="270390273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CC2A221-B199-4A29-BC00-83D349B94F14}"/>
              </a:ext>
            </a:extLst>
          </p:cNvPr>
          <p:cNvSpPr>
            <a:spLocks noGrp="1"/>
          </p:cNvSpPr>
          <p:nvPr>
            <p:ph type="ctrTitle"/>
          </p:nvPr>
        </p:nvSpPr>
        <p:spPr>
          <a:xfrm>
            <a:off x="7681861" y="719533"/>
            <a:ext cx="5094517" cy="296198"/>
          </a:xfrm>
        </p:spPr>
        <p:txBody>
          <a:bodyPr/>
          <a:lstStyle/>
          <a:p>
            <a:r>
              <a:rPr lang="en-US" dirty="0"/>
              <a:t>Users</a:t>
            </a:r>
          </a:p>
        </p:txBody>
      </p:sp>
      <p:pic>
        <p:nvPicPr>
          <p:cNvPr id="9" name="Picture Placeholder 8">
            <a:extLst>
              <a:ext uri="{FF2B5EF4-FFF2-40B4-BE49-F238E27FC236}">
                <a16:creationId xmlns:a16="http://schemas.microsoft.com/office/drawing/2014/main" id="{4EF477F3-5AC0-413A-B339-D306DD3A25AD}"/>
              </a:ext>
            </a:extLst>
          </p:cNvPr>
          <p:cNvPicPr>
            <a:picLocks noGrp="1" noChangeAspect="1"/>
          </p:cNvPicPr>
          <p:nvPr>
            <p:ph type="pic" sz="quarter" idx="13"/>
          </p:nvPr>
        </p:nvPicPr>
        <p:blipFill rotWithShape="1">
          <a:blip r:embed="rId2"/>
          <a:srcRect l="11572" t="6963" r="11321" b="15408"/>
          <a:stretch>
            <a:fillRect/>
          </a:stretch>
        </p:blipFill>
        <p:spPr>
          <a:xfrm>
            <a:off x="84082" y="782509"/>
            <a:ext cx="5334001" cy="5573841"/>
          </a:xfrm>
        </p:spPr>
      </p:pic>
      <p:sp>
        <p:nvSpPr>
          <p:cNvPr id="3" name="Date Placeholder 2">
            <a:extLst>
              <a:ext uri="{FF2B5EF4-FFF2-40B4-BE49-F238E27FC236}">
                <a16:creationId xmlns:a16="http://schemas.microsoft.com/office/drawing/2014/main" id="{FA550418-AF50-4D31-B9E4-A06E19A8C91E}"/>
              </a:ext>
            </a:extLst>
          </p:cNvPr>
          <p:cNvSpPr>
            <a:spLocks noGrp="1"/>
          </p:cNvSpPr>
          <p:nvPr>
            <p:ph type="dt" sz="half" idx="10"/>
          </p:nvPr>
        </p:nvSpPr>
        <p:spPr>
          <a:xfrm>
            <a:off x="838200" y="6356350"/>
            <a:ext cx="2743200" cy="365125"/>
          </a:xfrm>
        </p:spPr>
        <p:txBody>
          <a:bodyPr/>
          <a:lstStyle/>
          <a:p>
            <a:r>
              <a:rPr lang="en-US"/>
              <a:t>30/10/2025</a:t>
            </a:r>
            <a:endParaRPr lang="en-US" dirty="0"/>
          </a:p>
        </p:txBody>
      </p:sp>
      <p:sp>
        <p:nvSpPr>
          <p:cNvPr id="4" name="Footer Placeholder 3">
            <a:extLst>
              <a:ext uri="{FF2B5EF4-FFF2-40B4-BE49-F238E27FC236}">
                <a16:creationId xmlns:a16="http://schemas.microsoft.com/office/drawing/2014/main" id="{10E3C0D1-A0E4-4E8C-BE1E-4E1639C59E5D}"/>
              </a:ext>
            </a:extLst>
          </p:cNvPr>
          <p:cNvSpPr>
            <a:spLocks noGrp="1"/>
          </p:cNvSpPr>
          <p:nvPr>
            <p:ph type="ftr" sz="quarter" idx="11"/>
          </p:nvPr>
        </p:nvSpPr>
        <p:spPr>
          <a:xfrm>
            <a:off x="4038600" y="6356350"/>
            <a:ext cx="4114800" cy="365125"/>
          </a:xfrm>
        </p:spPr>
        <p:txBody>
          <a:bodyPr/>
          <a:lstStyle/>
          <a:p>
            <a:r>
              <a:rPr lang="en-US"/>
              <a:t>Design Thinking</a:t>
            </a:r>
            <a:endParaRPr lang="en-US" dirty="0"/>
          </a:p>
        </p:txBody>
      </p:sp>
      <p:sp>
        <p:nvSpPr>
          <p:cNvPr id="5" name="Slide Number Placeholder 4">
            <a:extLst>
              <a:ext uri="{FF2B5EF4-FFF2-40B4-BE49-F238E27FC236}">
                <a16:creationId xmlns:a16="http://schemas.microsoft.com/office/drawing/2014/main" id="{A4192C76-963F-40D9-85E5-6FACCA8BA2A3}"/>
              </a:ext>
            </a:extLst>
          </p:cNvPr>
          <p:cNvSpPr>
            <a:spLocks noGrp="1"/>
          </p:cNvSpPr>
          <p:nvPr>
            <p:ph type="sldNum" sz="quarter" idx="12"/>
          </p:nvPr>
        </p:nvSpPr>
        <p:spPr>
          <a:xfrm>
            <a:off x="8610600" y="6356350"/>
            <a:ext cx="2743200" cy="365125"/>
          </a:xfrm>
        </p:spPr>
        <p:txBody>
          <a:bodyPr/>
          <a:lstStyle/>
          <a:p>
            <a:r>
              <a:rPr lang="en-US"/>
              <a:t>3</a:t>
            </a:r>
            <a:endParaRPr lang="en-US" dirty="0"/>
          </a:p>
        </p:txBody>
      </p:sp>
      <p:pic>
        <p:nvPicPr>
          <p:cNvPr id="29" name="Picture 6">
            <a:extLst>
              <a:ext uri="{FF2B5EF4-FFF2-40B4-BE49-F238E27FC236}">
                <a16:creationId xmlns:a16="http://schemas.microsoft.com/office/drawing/2014/main" id="{ECC2CC12-9CDD-2202-010C-376870DC5C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7703" r="-2" b="14232"/>
          <a:stretch>
            <a:fillRect/>
          </a:stretch>
        </p:blipFill>
        <p:spPr bwMode="auto">
          <a:xfrm>
            <a:off x="5592260" y="1779008"/>
            <a:ext cx="6515658" cy="400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60098"/>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a:extLst>
              <a:ext uri="{FF2B5EF4-FFF2-40B4-BE49-F238E27FC236}">
                <a16:creationId xmlns:a16="http://schemas.microsoft.com/office/drawing/2014/main" id="{E696BDCA-A75D-26B3-944A-E3FA2D903DF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138" b="6205"/>
          <a:stretch>
            <a:fillRect/>
          </a:stretch>
        </p:blipFill>
        <p:spPr bwMode="auto">
          <a:xfrm>
            <a:off x="5361215" y="10"/>
            <a:ext cx="6830785" cy="6721465"/>
          </a:xfrm>
          <a:prstGeom prst="rect">
            <a:avLst/>
          </a:prstGeom>
          <a:noFill/>
          <a:extLst>
            <a:ext uri="{909E8E84-426E-40DD-AFC4-6F175D3DCCD1}">
              <a14:hiddenFill xmlns:a14="http://schemas.microsoft.com/office/drawing/2010/main">
                <a:solidFill>
                  <a:srgbClr val="FFFFFF"/>
                </a:solidFill>
              </a14:hiddenFill>
            </a:ext>
          </a:extLst>
        </p:spPr>
      </p:pic>
      <p:sp>
        <p:nvSpPr>
          <p:cNvPr id="25" name="Text Placeholder 24">
            <a:extLst>
              <a:ext uri="{FF2B5EF4-FFF2-40B4-BE49-F238E27FC236}">
                <a16:creationId xmlns:a16="http://schemas.microsoft.com/office/drawing/2014/main" id="{9A66EBC9-050A-41F3-AD91-30F38B701DEA}"/>
              </a:ext>
            </a:extLst>
          </p:cNvPr>
          <p:cNvSpPr>
            <a:spLocks noGrp="1"/>
          </p:cNvSpPr>
          <p:nvPr>
            <p:ph type="body" sz="quarter" idx="14"/>
          </p:nvPr>
        </p:nvSpPr>
        <p:spPr>
          <a:xfrm>
            <a:off x="0" y="4002437"/>
            <a:ext cx="12186555" cy="2855564"/>
          </a:xfrm>
        </p:spPr>
        <p:txBody>
          <a:bodyPr>
            <a:normAutofit/>
          </a:bodyPr>
          <a:lstStyle/>
          <a:p>
            <a:pPr>
              <a:spcAft>
                <a:spcPts val="600"/>
              </a:spcAft>
            </a:pPr>
            <a:r>
              <a:rPr lang="en-US" sz="27500" dirty="0"/>
              <a:t>Unique</a:t>
            </a:r>
          </a:p>
        </p:txBody>
      </p:sp>
      <p:sp>
        <p:nvSpPr>
          <p:cNvPr id="2" name="Date Placeholder 1">
            <a:extLst>
              <a:ext uri="{FF2B5EF4-FFF2-40B4-BE49-F238E27FC236}">
                <a16:creationId xmlns:a16="http://schemas.microsoft.com/office/drawing/2014/main" id="{865D3F84-DDBC-430C-9B78-396B46C6A2A6}"/>
              </a:ext>
            </a:extLst>
          </p:cNvPr>
          <p:cNvSpPr>
            <a:spLocks noGrp="1"/>
          </p:cNvSpPr>
          <p:nvPr>
            <p:ph type="dt" sz="half" idx="10"/>
          </p:nvPr>
        </p:nvSpPr>
        <p:spPr>
          <a:xfrm>
            <a:off x="838200" y="6356350"/>
            <a:ext cx="2743200" cy="365125"/>
          </a:xfrm>
        </p:spPr>
        <p:txBody>
          <a:bodyPr anchor="ctr">
            <a:normAutofit/>
          </a:bodyPr>
          <a:lstStyle/>
          <a:p>
            <a:pPr>
              <a:spcAft>
                <a:spcPts val="600"/>
              </a:spcAft>
            </a:pPr>
            <a:r>
              <a:rPr lang="en-US" dirty="0"/>
              <a:t>30/12/2025</a:t>
            </a:r>
          </a:p>
        </p:txBody>
      </p:sp>
      <p:sp>
        <p:nvSpPr>
          <p:cNvPr id="3" name="Footer Placeholder 2">
            <a:extLst>
              <a:ext uri="{FF2B5EF4-FFF2-40B4-BE49-F238E27FC236}">
                <a16:creationId xmlns:a16="http://schemas.microsoft.com/office/drawing/2014/main" id="{372ED3D6-EA52-4B2D-9031-AB0E52E9F1D2}"/>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dirty="0"/>
              <a:t>Design Thinking </a:t>
            </a:r>
          </a:p>
        </p:txBody>
      </p:sp>
      <p:sp>
        <p:nvSpPr>
          <p:cNvPr id="4" name="Slide Number Placeholder 3">
            <a:extLst>
              <a:ext uri="{FF2B5EF4-FFF2-40B4-BE49-F238E27FC236}">
                <a16:creationId xmlns:a16="http://schemas.microsoft.com/office/drawing/2014/main" id="{DD90521C-0778-4218-AC9C-D1774B90893F}"/>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4F6357DA-28E9-40D3-918C-4D14E8263D81}" type="slidenum">
              <a:rPr lang="en-US" smtClean="0"/>
              <a:pPr>
                <a:spcAft>
                  <a:spcPts val="600"/>
                </a:spcAft>
              </a:pPr>
              <a:t>4</a:t>
            </a:fld>
            <a:endParaRPr lang="en-US" dirty="0"/>
          </a:p>
        </p:txBody>
      </p:sp>
      <p:sp>
        <p:nvSpPr>
          <p:cNvPr id="8" name="Title 7">
            <a:extLst>
              <a:ext uri="{FF2B5EF4-FFF2-40B4-BE49-F238E27FC236}">
                <a16:creationId xmlns:a16="http://schemas.microsoft.com/office/drawing/2014/main" id="{FA666E47-001E-4F4E-B62E-8A6D933DFAE9}"/>
              </a:ext>
            </a:extLst>
          </p:cNvPr>
          <p:cNvSpPr>
            <a:spLocks noGrp="1"/>
          </p:cNvSpPr>
          <p:nvPr>
            <p:ph type="ctrTitle"/>
          </p:nvPr>
        </p:nvSpPr>
        <p:spPr>
          <a:xfrm>
            <a:off x="838201" y="901598"/>
            <a:ext cx="3684814" cy="336548"/>
          </a:xfrm>
        </p:spPr>
        <p:txBody>
          <a:bodyPr anchor="b">
            <a:normAutofit/>
          </a:bodyPr>
          <a:lstStyle/>
          <a:p>
            <a:r>
              <a:rPr lang="en-US" sz="1700" dirty="0"/>
              <a:t>Technical Aspects</a:t>
            </a:r>
          </a:p>
        </p:txBody>
      </p:sp>
      <p:sp>
        <p:nvSpPr>
          <p:cNvPr id="40" name="TextBox 39">
            <a:extLst>
              <a:ext uri="{FF2B5EF4-FFF2-40B4-BE49-F238E27FC236}">
                <a16:creationId xmlns:a16="http://schemas.microsoft.com/office/drawing/2014/main" id="{FC0CDDC4-BDCD-F31F-7BD9-40345B627CC9}"/>
              </a:ext>
            </a:extLst>
          </p:cNvPr>
          <p:cNvSpPr txBox="1"/>
          <p:nvPr/>
        </p:nvSpPr>
        <p:spPr>
          <a:xfrm>
            <a:off x="998483" y="2486553"/>
            <a:ext cx="4120055" cy="1252651"/>
          </a:xfrm>
          <a:prstGeom prst="rect">
            <a:avLst/>
          </a:prstGeom>
        </p:spPr>
        <p:txBody>
          <a:bodyPr anchor="t"/>
          <a:lstStyle>
            <a:lvl1pPr indent="0">
              <a:lnSpc>
                <a:spcPct val="90000"/>
              </a:lnSpc>
              <a:spcBef>
                <a:spcPts val="1000"/>
              </a:spcBef>
              <a:buFont typeface="Arial" panose="020B0604020202020204" pitchFamily="34" charset="0"/>
              <a:buNone/>
              <a:defRPr sz="1400" cap="all" spc="200" baseline="0">
                <a:solidFill>
                  <a:schemeClr val="bg1"/>
                </a:solidFill>
                <a:latin typeface="+mj-lt"/>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1</a:t>
            </a:r>
            <a:r>
              <a:rPr lang="en-US"/>
              <a:t>. Wifi Count</a:t>
            </a:r>
            <a:endParaRPr lang="en-US" dirty="0"/>
          </a:p>
          <a:p>
            <a:r>
              <a:rPr lang="en-US" dirty="0"/>
              <a:t>2</a:t>
            </a:r>
            <a:r>
              <a:rPr lang="en-US"/>
              <a:t>. IR sensors</a:t>
            </a:r>
            <a:endParaRPr lang="en-US" dirty="0"/>
          </a:p>
          <a:p>
            <a:r>
              <a:rPr lang="en-US" dirty="0"/>
              <a:t>3</a:t>
            </a:r>
            <a:r>
              <a:rPr lang="en-US"/>
              <a:t>. </a:t>
            </a:r>
            <a:r>
              <a:rPr lang="en-US" dirty="0"/>
              <a:t>Machine learning </a:t>
            </a:r>
            <a:r>
              <a:rPr lang="en-US"/>
              <a:t>+ camera</a:t>
            </a:r>
            <a:endParaRPr lang="en-US" dirty="0"/>
          </a:p>
          <a:p>
            <a:endParaRPr lang="en-US" dirty="0"/>
          </a:p>
        </p:txBody>
      </p:sp>
    </p:spTree>
    <p:extLst>
      <p:ext uri="{BB962C8B-B14F-4D97-AF65-F5344CB8AC3E}">
        <p14:creationId xmlns:p14="http://schemas.microsoft.com/office/powerpoint/2010/main" val="232295123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8">
            <a:extLst>
              <a:ext uri="{FF2B5EF4-FFF2-40B4-BE49-F238E27FC236}">
                <a16:creationId xmlns:a16="http://schemas.microsoft.com/office/drawing/2014/main" id="{CF7C2A40-D3E7-4D1B-9DDF-B0A6443AEA39}"/>
              </a:ext>
            </a:extLst>
          </p:cNvPr>
          <p:cNvPicPr>
            <a:picLocks noGrp="1" noChangeAspect="1"/>
          </p:cNvPicPr>
          <p:nvPr>
            <p:ph type="pic" sz="quarter" idx="13"/>
          </p:nvPr>
        </p:nvPicPr>
        <p:blipFill rotWithShape="1">
          <a:blip r:embed="rId2"/>
          <a:srcRect b="4827"/>
          <a:stretch>
            <a:fillRect/>
          </a:stretch>
        </p:blipFill>
        <p:spPr>
          <a:xfrm>
            <a:off x="5065986" y="-1"/>
            <a:ext cx="7126015" cy="6902933"/>
          </a:xfrm>
        </p:spPr>
      </p:pic>
      <p:sp>
        <p:nvSpPr>
          <p:cNvPr id="36" name="Text Placeholder 35">
            <a:extLst>
              <a:ext uri="{FF2B5EF4-FFF2-40B4-BE49-F238E27FC236}">
                <a16:creationId xmlns:a16="http://schemas.microsoft.com/office/drawing/2014/main" id="{89D3D565-42FF-4C0C-9E4C-5BF29B4473C3}"/>
              </a:ext>
            </a:extLst>
          </p:cNvPr>
          <p:cNvSpPr>
            <a:spLocks noGrp="1"/>
          </p:cNvSpPr>
          <p:nvPr>
            <p:ph type="body" sz="quarter" idx="19"/>
          </p:nvPr>
        </p:nvSpPr>
        <p:spPr>
          <a:xfrm>
            <a:off x="-1325217" y="3977202"/>
            <a:ext cx="16229934" cy="2852057"/>
          </a:xfrm>
        </p:spPr>
        <p:txBody>
          <a:bodyPr/>
          <a:lstStyle/>
          <a:p>
            <a:r>
              <a:rPr lang="en-US" dirty="0"/>
              <a:t>Business</a:t>
            </a:r>
          </a:p>
        </p:txBody>
      </p:sp>
      <p:sp>
        <p:nvSpPr>
          <p:cNvPr id="2" name="Date Placeholder 1">
            <a:extLst>
              <a:ext uri="{FF2B5EF4-FFF2-40B4-BE49-F238E27FC236}">
                <a16:creationId xmlns:a16="http://schemas.microsoft.com/office/drawing/2014/main" id="{850E0B25-9588-4271-A8DA-E4AC3283E086}"/>
              </a:ext>
            </a:extLst>
          </p:cNvPr>
          <p:cNvSpPr>
            <a:spLocks noGrp="1"/>
          </p:cNvSpPr>
          <p:nvPr>
            <p:ph type="dt" sz="half" idx="10"/>
          </p:nvPr>
        </p:nvSpPr>
        <p:spPr>
          <a:xfrm>
            <a:off x="838200" y="6356350"/>
            <a:ext cx="2743200" cy="365125"/>
          </a:xfrm>
        </p:spPr>
        <p:txBody>
          <a:bodyPr/>
          <a:lstStyle/>
          <a:p>
            <a:r>
              <a:rPr lang="en-US" dirty="0"/>
              <a:t>30/12/2025</a:t>
            </a:r>
          </a:p>
        </p:txBody>
      </p:sp>
      <p:sp>
        <p:nvSpPr>
          <p:cNvPr id="3" name="Footer Placeholder 2">
            <a:extLst>
              <a:ext uri="{FF2B5EF4-FFF2-40B4-BE49-F238E27FC236}">
                <a16:creationId xmlns:a16="http://schemas.microsoft.com/office/drawing/2014/main" id="{9D721539-2ADC-4125-B89B-AA8D8D1B083D}"/>
              </a:ext>
            </a:extLst>
          </p:cNvPr>
          <p:cNvSpPr>
            <a:spLocks noGrp="1"/>
          </p:cNvSpPr>
          <p:nvPr>
            <p:ph type="ftr" sz="quarter" idx="11"/>
          </p:nvPr>
        </p:nvSpPr>
        <p:spPr>
          <a:xfrm>
            <a:off x="3294537" y="6356350"/>
            <a:ext cx="4114800" cy="365125"/>
          </a:xfrm>
        </p:spPr>
        <p:txBody>
          <a:bodyPr/>
          <a:lstStyle/>
          <a:p>
            <a:r>
              <a:rPr lang="en-US" dirty="0"/>
              <a:t>Design Thinking</a:t>
            </a:r>
          </a:p>
        </p:txBody>
      </p:sp>
      <p:sp>
        <p:nvSpPr>
          <p:cNvPr id="4" name="Slide Number Placeholder 3">
            <a:extLst>
              <a:ext uri="{FF2B5EF4-FFF2-40B4-BE49-F238E27FC236}">
                <a16:creationId xmlns:a16="http://schemas.microsoft.com/office/drawing/2014/main" id="{79A93A47-486D-4EC7-8BD7-622BB9444DF0}"/>
              </a:ext>
            </a:extLst>
          </p:cNvPr>
          <p:cNvSpPr>
            <a:spLocks noGrp="1"/>
          </p:cNvSpPr>
          <p:nvPr>
            <p:ph type="sldNum" sz="quarter" idx="12"/>
          </p:nvPr>
        </p:nvSpPr>
        <p:spPr>
          <a:xfrm>
            <a:off x="8610600" y="6356350"/>
            <a:ext cx="2743200" cy="365125"/>
          </a:xfrm>
        </p:spPr>
        <p:txBody>
          <a:bodyPr/>
          <a:lstStyle/>
          <a:p>
            <a:r>
              <a:rPr lang="en-US" dirty="0"/>
              <a:t>5</a:t>
            </a:r>
          </a:p>
        </p:txBody>
      </p:sp>
      <p:sp>
        <p:nvSpPr>
          <p:cNvPr id="17" name="Text Placeholder 16">
            <a:extLst>
              <a:ext uri="{FF2B5EF4-FFF2-40B4-BE49-F238E27FC236}">
                <a16:creationId xmlns:a16="http://schemas.microsoft.com/office/drawing/2014/main" id="{40AABD7E-46EF-4DB8-A2F5-BB80528CD582}"/>
              </a:ext>
            </a:extLst>
          </p:cNvPr>
          <p:cNvSpPr>
            <a:spLocks noGrp="1"/>
          </p:cNvSpPr>
          <p:nvPr>
            <p:ph type="body" sz="quarter" idx="14"/>
          </p:nvPr>
        </p:nvSpPr>
        <p:spPr>
          <a:xfrm>
            <a:off x="1149150" y="1763266"/>
            <a:ext cx="3031111" cy="1586749"/>
          </a:xfrm>
        </p:spPr>
        <p:txBody>
          <a:bodyPr/>
          <a:lstStyle/>
          <a:p>
            <a:r>
              <a:rPr lang="en-US" dirty="0"/>
              <a:t>1. Website</a:t>
            </a:r>
          </a:p>
          <a:p>
            <a:r>
              <a:rPr lang="en-US" dirty="0"/>
              <a:t>2. Notice board</a:t>
            </a:r>
          </a:p>
          <a:p>
            <a:r>
              <a:rPr lang="en-US" dirty="0"/>
              <a:t>3. Peer Updated </a:t>
            </a:r>
          </a:p>
          <a:p>
            <a:r>
              <a:rPr lang="en-US" dirty="0"/>
              <a:t>4. Manual Observation</a:t>
            </a:r>
          </a:p>
          <a:p>
            <a:endParaRPr lang="en-US" dirty="0"/>
          </a:p>
        </p:txBody>
      </p:sp>
      <p:sp>
        <p:nvSpPr>
          <p:cNvPr id="14" name="Title 13">
            <a:extLst>
              <a:ext uri="{FF2B5EF4-FFF2-40B4-BE49-F238E27FC236}">
                <a16:creationId xmlns:a16="http://schemas.microsoft.com/office/drawing/2014/main" id="{74713F65-A47E-465C-963B-E10AC53512D6}"/>
              </a:ext>
            </a:extLst>
          </p:cNvPr>
          <p:cNvSpPr>
            <a:spLocks noGrp="1"/>
          </p:cNvSpPr>
          <p:nvPr>
            <p:ph type="ctrTitle"/>
          </p:nvPr>
        </p:nvSpPr>
        <p:spPr>
          <a:xfrm>
            <a:off x="838200" y="722217"/>
            <a:ext cx="4386945" cy="639955"/>
          </a:xfrm>
        </p:spPr>
        <p:txBody>
          <a:bodyPr/>
          <a:lstStyle/>
          <a:p>
            <a:r>
              <a:rPr lang="en-US" dirty="0"/>
              <a:t>Prototype(Ideate)</a:t>
            </a:r>
          </a:p>
        </p:txBody>
      </p:sp>
      <p:sp>
        <p:nvSpPr>
          <p:cNvPr id="5" name="Text Placeholder 16">
            <a:extLst>
              <a:ext uri="{FF2B5EF4-FFF2-40B4-BE49-F238E27FC236}">
                <a16:creationId xmlns:a16="http://schemas.microsoft.com/office/drawing/2014/main" id="{88B71C68-B54A-AC79-8746-815438312178}"/>
              </a:ext>
            </a:extLst>
          </p:cNvPr>
          <p:cNvSpPr txBox="1">
            <a:spLocks/>
          </p:cNvSpPr>
          <p:nvPr/>
        </p:nvSpPr>
        <p:spPr>
          <a:xfrm>
            <a:off x="1174970" y="4485972"/>
            <a:ext cx="3031111" cy="1586749"/>
          </a:xfrm>
          <a:prstGeom prst="rect">
            <a:avLst/>
          </a:prstGeom>
        </p:spPr>
        <p:txBody>
          <a:bodyPr anchor="t"/>
          <a:lstStyle>
            <a:lvl1pPr marL="0" indent="0" algn="l" defTabSz="914400" rtl="0" eaLnBrk="1" latinLnBrk="0" hangingPunct="1">
              <a:lnSpc>
                <a:spcPct val="90000"/>
              </a:lnSpc>
              <a:spcBef>
                <a:spcPts val="1000"/>
              </a:spcBef>
              <a:buFont typeface="Arial" panose="020B0604020202020204" pitchFamily="34" charset="0"/>
              <a:buNone/>
              <a:defRPr sz="1400" kern="1200" cap="all" spc="200" baseline="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 Validate users</a:t>
            </a:r>
          </a:p>
          <a:p>
            <a:r>
              <a:rPr lang="en-US" dirty="0"/>
              <a:t>2. Surveys</a:t>
            </a:r>
          </a:p>
          <a:p>
            <a:r>
              <a:rPr lang="en-US" dirty="0"/>
              <a:t>3. Iterate the 	Prototype</a:t>
            </a:r>
          </a:p>
          <a:p>
            <a:endParaRPr lang="en-US" dirty="0"/>
          </a:p>
        </p:txBody>
      </p:sp>
      <p:sp>
        <p:nvSpPr>
          <p:cNvPr id="6" name="Title 13">
            <a:extLst>
              <a:ext uri="{FF2B5EF4-FFF2-40B4-BE49-F238E27FC236}">
                <a16:creationId xmlns:a16="http://schemas.microsoft.com/office/drawing/2014/main" id="{997C748C-4208-3E1F-48ED-AE0FC92C373C}"/>
              </a:ext>
            </a:extLst>
          </p:cNvPr>
          <p:cNvSpPr txBox="1">
            <a:spLocks/>
          </p:cNvSpPr>
          <p:nvPr/>
        </p:nvSpPr>
        <p:spPr>
          <a:xfrm>
            <a:off x="838199" y="3538807"/>
            <a:ext cx="4386945" cy="639955"/>
          </a:xfrm>
          <a:prstGeom prst="rect">
            <a:avLst/>
          </a:prstGeom>
        </p:spPr>
        <p:txBody>
          <a:bodyPr anchor="ctr"/>
          <a:lstStyle>
            <a:lvl1pPr algn="l" defTabSz="914400" rtl="0" eaLnBrk="1" latinLnBrk="0" hangingPunct="1">
              <a:lnSpc>
                <a:spcPct val="90000"/>
              </a:lnSpc>
              <a:spcBef>
                <a:spcPct val="0"/>
              </a:spcBef>
              <a:buNone/>
              <a:defRPr sz="2200" kern="1200" cap="all" spc="200" baseline="0">
                <a:solidFill>
                  <a:schemeClr val="bg1">
                    <a:lumMod val="95000"/>
                  </a:schemeClr>
                </a:solidFill>
                <a:latin typeface="+mj-lt"/>
                <a:ea typeface="+mj-ea"/>
                <a:cs typeface="+mj-cs"/>
              </a:defRPr>
            </a:lvl1pPr>
          </a:lstStyle>
          <a:p>
            <a:r>
              <a:rPr lang="en-US" dirty="0"/>
              <a:t>Feedback loop</a:t>
            </a:r>
          </a:p>
        </p:txBody>
      </p:sp>
    </p:spTree>
    <p:extLst>
      <p:ext uri="{BB962C8B-B14F-4D97-AF65-F5344CB8AC3E}">
        <p14:creationId xmlns:p14="http://schemas.microsoft.com/office/powerpoint/2010/main" val="236529603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F3F220D-927F-4B7C-A500-DB06031480E1}"/>
              </a:ext>
            </a:extLst>
          </p:cNvPr>
          <p:cNvSpPr>
            <a:spLocks noGrp="1"/>
          </p:cNvSpPr>
          <p:nvPr>
            <p:ph type="ctrTitle"/>
          </p:nvPr>
        </p:nvSpPr>
        <p:spPr>
          <a:xfrm>
            <a:off x="838200" y="4122721"/>
            <a:ext cx="2895600" cy="1111250"/>
          </a:xfrm>
        </p:spPr>
        <p:txBody>
          <a:bodyPr/>
          <a:lstStyle/>
          <a:p>
            <a:r>
              <a:rPr lang="en-US" dirty="0"/>
              <a:t>Any questions?</a:t>
            </a:r>
          </a:p>
        </p:txBody>
      </p:sp>
      <p:pic>
        <p:nvPicPr>
          <p:cNvPr id="9" name="Picture Placeholder 8">
            <a:extLst>
              <a:ext uri="{FF2B5EF4-FFF2-40B4-BE49-F238E27FC236}">
                <a16:creationId xmlns:a16="http://schemas.microsoft.com/office/drawing/2014/main" id="{B1FA7CA3-31C3-4909-8F30-8FFC7F515C50}"/>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a:stretch/>
        </p:blipFill>
        <p:spPr>
          <a:xfrm>
            <a:off x="-4281" y="-1"/>
            <a:ext cx="12196282" cy="3833159"/>
          </a:xfrm>
        </p:spPr>
      </p:pic>
      <p:cxnSp>
        <p:nvCxnSpPr>
          <p:cNvPr id="2" name="Straight Connector 1">
            <a:extLst>
              <a:ext uri="{FF2B5EF4-FFF2-40B4-BE49-F238E27FC236}">
                <a16:creationId xmlns:a16="http://schemas.microsoft.com/office/drawing/2014/main" id="{6037A493-2155-4C68-89F5-005884779CFF}"/>
              </a:ext>
              <a:ext uri="{C183D7F6-B498-43B3-948B-1728B52AA6E4}">
                <adec:decorative xmlns:adec="http://schemas.microsoft.com/office/drawing/2017/decorative" val="1"/>
              </a:ext>
            </a:extLst>
          </p:cNvPr>
          <p:cNvCxnSpPr>
            <a:cxnSpLocks/>
          </p:cNvCxnSpPr>
          <p:nvPr/>
        </p:nvCxnSpPr>
        <p:spPr>
          <a:xfrm>
            <a:off x="4038600" y="0"/>
            <a:ext cx="0" cy="5303520"/>
          </a:xfrm>
          <a:prstGeom prst="line">
            <a:avLst/>
          </a:prstGeom>
          <a:ln>
            <a:solidFill>
              <a:schemeClr val="tx2"/>
            </a:solidFill>
          </a:ln>
        </p:spPr>
        <p:style>
          <a:lnRef idx="1">
            <a:schemeClr val="accent3"/>
          </a:lnRef>
          <a:fillRef idx="0">
            <a:schemeClr val="accent3"/>
          </a:fillRef>
          <a:effectRef idx="0">
            <a:schemeClr val="accent3"/>
          </a:effectRef>
          <a:fontRef idx="minor">
            <a:schemeClr val="tx1"/>
          </a:fontRef>
        </p:style>
      </p:cxnSp>
      <p:sp>
        <p:nvSpPr>
          <p:cNvPr id="3" name="Date Placeholder 2">
            <a:extLst>
              <a:ext uri="{FF2B5EF4-FFF2-40B4-BE49-F238E27FC236}">
                <a16:creationId xmlns:a16="http://schemas.microsoft.com/office/drawing/2014/main" id="{05005DA3-4854-4E8B-A4A6-957C02FEB0F9}"/>
              </a:ext>
            </a:extLst>
          </p:cNvPr>
          <p:cNvSpPr>
            <a:spLocks noGrp="1"/>
          </p:cNvSpPr>
          <p:nvPr>
            <p:ph type="dt" sz="half" idx="10"/>
          </p:nvPr>
        </p:nvSpPr>
        <p:spPr>
          <a:xfrm>
            <a:off x="838200" y="6356350"/>
            <a:ext cx="2743200" cy="365125"/>
          </a:xfrm>
        </p:spPr>
        <p:txBody>
          <a:bodyPr/>
          <a:lstStyle/>
          <a:p>
            <a:r>
              <a:rPr lang="en-US" dirty="0"/>
              <a:t>30/12/2025</a:t>
            </a:r>
          </a:p>
        </p:txBody>
      </p:sp>
      <p:sp>
        <p:nvSpPr>
          <p:cNvPr id="4" name="Footer Placeholder 3">
            <a:extLst>
              <a:ext uri="{FF2B5EF4-FFF2-40B4-BE49-F238E27FC236}">
                <a16:creationId xmlns:a16="http://schemas.microsoft.com/office/drawing/2014/main" id="{95DD81F6-5149-4419-A3AA-B1E3BE822B8A}"/>
              </a:ext>
            </a:extLst>
          </p:cNvPr>
          <p:cNvSpPr>
            <a:spLocks noGrp="1"/>
          </p:cNvSpPr>
          <p:nvPr>
            <p:ph type="ftr" sz="quarter" idx="11"/>
          </p:nvPr>
        </p:nvSpPr>
        <p:spPr>
          <a:xfrm>
            <a:off x="4038600" y="6356350"/>
            <a:ext cx="4114800" cy="365125"/>
          </a:xfrm>
        </p:spPr>
        <p:txBody>
          <a:bodyPr/>
          <a:lstStyle/>
          <a:p>
            <a:r>
              <a:rPr lang="en-US" dirty="0"/>
              <a:t>Design thinking</a:t>
            </a:r>
          </a:p>
        </p:txBody>
      </p:sp>
      <p:sp>
        <p:nvSpPr>
          <p:cNvPr id="5" name="Slide Number Placeholder 4">
            <a:extLst>
              <a:ext uri="{FF2B5EF4-FFF2-40B4-BE49-F238E27FC236}">
                <a16:creationId xmlns:a16="http://schemas.microsoft.com/office/drawing/2014/main" id="{FDB445F3-9517-4EFE-9147-CEE3B0EB6E79}"/>
              </a:ext>
            </a:extLst>
          </p:cNvPr>
          <p:cNvSpPr>
            <a:spLocks noGrp="1"/>
          </p:cNvSpPr>
          <p:nvPr>
            <p:ph type="sldNum" sz="quarter" idx="12"/>
          </p:nvPr>
        </p:nvSpPr>
        <p:spPr>
          <a:xfrm>
            <a:off x="8610600" y="6356350"/>
            <a:ext cx="2743200" cy="365125"/>
          </a:xfrm>
        </p:spPr>
        <p:txBody>
          <a:bodyPr/>
          <a:lstStyle/>
          <a:p>
            <a:fld id="{4F6357DA-28E9-40D3-918C-4D14E8263D81}" type="slidenum">
              <a:rPr lang="en-US" smtClean="0"/>
              <a:pPr/>
              <a:t>6</a:t>
            </a:fld>
            <a:endParaRPr lang="en-US" dirty="0"/>
          </a:p>
        </p:txBody>
      </p:sp>
      <p:sp>
        <p:nvSpPr>
          <p:cNvPr id="8" name="Text Placeholder 7">
            <a:extLst>
              <a:ext uri="{FF2B5EF4-FFF2-40B4-BE49-F238E27FC236}">
                <a16:creationId xmlns:a16="http://schemas.microsoft.com/office/drawing/2014/main" id="{AA985F57-5834-D463-4B0F-CDA85CAB733D}"/>
              </a:ext>
            </a:extLst>
          </p:cNvPr>
          <p:cNvSpPr>
            <a:spLocks noGrp="1"/>
          </p:cNvSpPr>
          <p:nvPr>
            <p:ph type="body" sz="quarter" idx="19"/>
          </p:nvPr>
        </p:nvSpPr>
        <p:spPr>
          <a:xfrm>
            <a:off x="-1261242" y="3493305"/>
            <a:ext cx="13032828" cy="2370082"/>
          </a:xfrm>
        </p:spPr>
        <p:txBody>
          <a:bodyPr/>
          <a:lstStyle/>
          <a:p>
            <a:endParaRPr lang="en-IN" dirty="0"/>
          </a:p>
        </p:txBody>
      </p:sp>
    </p:spTree>
    <p:extLst>
      <p:ext uri="{BB962C8B-B14F-4D97-AF65-F5344CB8AC3E}">
        <p14:creationId xmlns:p14="http://schemas.microsoft.com/office/powerpoint/2010/main" val="210227491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Custom 21">
      <a:dk1>
        <a:sysClr val="windowText" lastClr="000000"/>
      </a:dk1>
      <a:lt1>
        <a:sysClr val="window" lastClr="FFFFFF"/>
      </a:lt1>
      <a:dk2>
        <a:srgbClr val="E3C375"/>
      </a:dk2>
      <a:lt2>
        <a:srgbClr val="E7E6E6"/>
      </a:lt2>
      <a:accent1>
        <a:srgbClr val="485441"/>
      </a:accent1>
      <a:accent2>
        <a:srgbClr val="EBFFE4"/>
      </a:accent2>
      <a:accent3>
        <a:srgbClr val="AAC59E"/>
      </a:accent3>
      <a:accent4>
        <a:srgbClr val="7C4B79"/>
      </a:accent4>
      <a:accent5>
        <a:srgbClr val="C59EC3"/>
      </a:accent5>
      <a:accent6>
        <a:srgbClr val="302030"/>
      </a:accent6>
      <a:hlink>
        <a:srgbClr val="0563C1"/>
      </a:hlink>
      <a:folHlink>
        <a:srgbClr val="954F72"/>
      </a:folHlink>
    </a:clrScheme>
    <a:fontScheme name="Custom 74">
      <a:majorFont>
        <a:latin typeface="Avenir Next LT Pro"/>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staurant Pitch Deck_TM16411246_Win32_JC_v4.potx" id="{579F7F05-5F3A-44F6-BAD8-A9CB3AB382EA}" vid="{1F780C43-0257-417B-AF27-9B769DABFA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CF18AE-D61A-46A3-9130-AB96E8088727}">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4416BC72-0158-4AB8-9F35-F365C88D29DB}">
  <ds:schemaRefs>
    <ds:schemaRef ds:uri="http://schemas.microsoft.com/sharepoint/v3/contenttype/forms"/>
  </ds:schemaRefs>
</ds:datastoreItem>
</file>

<file path=customXml/itemProps3.xml><?xml version="1.0" encoding="utf-8"?>
<ds:datastoreItem xmlns:ds="http://schemas.openxmlformats.org/officeDocument/2006/customXml" ds:itemID="{4509A09C-A249-4D30-8888-26F183AD87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Restaurant pitch deck</Template>
  <TotalTime>239</TotalTime>
  <Words>143</Words>
  <Application>Microsoft Office PowerPoint</Application>
  <PresentationFormat>Widescreen</PresentationFormat>
  <Paragraphs>42</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Avenir Next LT Pro</vt:lpstr>
      <vt:lpstr>Calibri</vt:lpstr>
      <vt:lpstr>Courier New</vt:lpstr>
      <vt:lpstr>Kunstler Script</vt:lpstr>
      <vt:lpstr>Office Theme</vt:lpstr>
      <vt:lpstr>Campus-Pulse</vt:lpstr>
      <vt:lpstr>Problem statement</vt:lpstr>
      <vt:lpstr>Users</vt:lpstr>
      <vt:lpstr>Technical Aspects</vt:lpstr>
      <vt:lpstr>Prototype(Ideate)</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Napster getitdone</dc:creator>
  <cp:lastModifiedBy>Napster getitdone</cp:lastModifiedBy>
  <cp:revision>4</cp:revision>
  <dcterms:created xsi:type="dcterms:W3CDTF">2025-12-29T18:44:24Z</dcterms:created>
  <dcterms:modified xsi:type="dcterms:W3CDTF">2025-12-30T09:23:40Z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